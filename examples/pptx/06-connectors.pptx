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main" Type="http://schemas.openxmlformats.org/officeDocument/2006/relationships/officeDocument" Target="ppt/presentation.xml"/><Relationship Id="cor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1"/>
  </p:sldMasterIdLst>
  <p:sldIdLst>
    <p:sldId id="256" r:id="slide1"/>
  </p:sldIdLst>
  <p:sldSz cx="12192000" cy="6858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master1" Type="http://schemas.openxmlformats.org/officeDocument/2006/relationships/slideMaster" Target="slideMasters/slideMaster1.xml"/><Relationship Id="slide1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Layout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theme" Type="http://schemas.openxmlformats.org/officeDocument/2006/relationships/theme" Target="../theme/theme1.xml"/><Relationship Id="layout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Master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>
      <a:lvl1pPr>
        <a:defRPr sz="2400">
          <a:latin typeface="+mn-lt"/>
          <a:ea typeface="+mn-ea"/>
          <a:cs typeface="+mn-cs"/>
        </a:defRPr>
      </a:lvl1pPr>
    </p:titleStyle>
    <p:bodyStyle>
      <a:lvl1pPr>
        <a:defRPr sz="2400">
          <a:latin typeface="+mn-lt"/>
          <a:ea typeface="+mn-ea"/>
          <a:cs typeface="+mn-cs"/>
        </a:defRPr>
      </a:lvl1pPr>
    </p:bodyStyle>
    <p:otherStyle>
      <a:lvl1pPr>
        <a:defRPr sz="2400"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09600" y="1270000"/>
            <a:ext cx="2286000" cy="12700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起点</a:t>
            </a:r>
            <a:endParaRPr lang="zh-CN" sz="2400"/>
          </a:p>
        </p:txBody>
      </p:sp>
      <p:sp>
        <p:nvSpPr>
          <p:cNvPr id="3" name="Shape 3"/>
          <p:cNvSpPr/>
          <p:nvPr/>
        </p:nvSpPr>
        <p:spPr>
          <a:xfrm>
            <a:off x="7620000" y="4064000"/>
            <a:ext cx="2286000" cy="127000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终点</a:t>
            </a:r>
            <a:endParaRPr lang="zh-CN" sz="2400"/>
          </a:p>
        </p:txBody>
      </p:sp>
      <p:cxnSp>
        <p:nvCxnSpPr>
          <p:cNvPr id="4" name="Connector 4"/>
          <p:cNvCxnSpPr>
            <a:stCxn id="2" idx="1"/>
            <a:endCxn id="3" idx="3"/>
          </p:cNvCxnSpPr>
          <p:nvPr/>
        </p:nvCxnSpPr>
        <p:spPr>
          <a:xfrm>
            <a:off x="2540000" y="2286000"/>
            <a:ext cx="3048000" cy="2032000"/>
          </a:xfrm>
          <a:prstGeom prst="line">
            <a:avLst/>
          </a:prstGeom>
          <a:ln w="12700">
            <a:solidFill>
              <a:srgbClr val="44546A"/>
            </a:solidFill>
            <a:prstDash val="solid"/>
            <a:headEnd type="triangle"/>
            <a:tailEnd type="none"/>
          </a:ln>
        </p:spPr>
      </p:cxnSp>
      <p:cxnSp>
        <p:nvCxnSpPr>
          <p:cNvPr id="5" name="Connector 5"/>
          <p:cNvCxnSpPr>
            <a:stCxn id="2" idx="1"/>
            <a:endCxn id="3" idx="3"/>
          </p:cNvCxnSpPr>
          <p:nvPr/>
        </p:nvCxnSpPr>
        <p:spPr>
          <a:xfrm>
            <a:off x="2921000" y="2667000"/>
            <a:ext cx="4572000" cy="2032000"/>
          </a:xfrm>
          <a:prstGeom prst="bentConnector3">
            <a:avLst/>
          </a:prstGeom>
          <a:ln w="12700">
            <a:solidFill>
              <a:srgbClr val="44546A"/>
            </a:solidFill>
            <a:prstDash val="solid"/>
            <a:headEnd type="triangle"/>
            <a:tailEnd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/>
        <a:ea typeface="Noto Sans CJK SC"/>
        <a:cs typeface="Liberation Sans"/>
        <a:font script="Hans" typeface="Noto Sans CJK SC"/>
        <a:font script="Hant" typeface="Noto Sans CJK TC"/>
      </a:majorFont>
      <a:minorFont>
        <a:latin typeface="Liberation Sans"/>
        <a:ea typeface="Noto Sans CJK SC"/>
        <a:cs typeface="Liberation Sans"/>
        <a:font script="Hans" typeface="Noto Sans CJK SC"/>
        <a:font script="Hant" typeface="Noto Sans CJK TC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连接线</dc:title>
  <dc:language>zh-CN</dc:language>
</cp:coreProperties>
</file>