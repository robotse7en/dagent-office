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slide:presentation xmlns:slide="http://schemas.openxmlformats.org/presentationml/2006/main" xmlns:draw="http://schemas.openxmlformats.org/drawingml/2006/main" xmlns:r="http://schemas.openxmlformats.org/officeDocument/2006/relationships">
  <slide:sldMasterIdLst>
    <slide:sldMasterId id="2147483648" r:id="master1"/>
  </slide:sldMasterIdLst>
  <slide:sldIdLst>
    <slide:sldId id="256" r:id="slide1"/>
  </slide:sldIdLst>
  <slide:sldSz cx="12192000" cy="6858000" type="custom"/>
  <slide:notesSz cx="6858000" cy="9144000"/>
</slide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slide:sldLayout xmlns:slide="http://schemas.openxmlformats.org/presentationml/2006/main" xmlns:draw="http://schemas.openxmlformats.org/drawingml/2006/main" xmlns:r="http://schemas.openxmlformats.org/officeDocument/2006/relationships" type="blank" preserve="1">
  <slide:cSld name="Layout 1">
    <slide:spTree>
      <slide:nvGrpSpPr>
        <slide:cNvPr id="1" name="Group 1"/>
        <slide:cNvGrpSpPr/>
        <slide:nvPr/>
      </slide:nvGrpSpPr>
      <slide:grpSpPr>
        <draw:xfrm>
          <draw:off x="0" y="0"/>
          <draw:ext cx="0" cy="0"/>
          <draw:chOff x="0" y="0"/>
          <draw:chExt cx="0" cy="0"/>
        </draw:xfrm>
      </slide:grpSpPr>
    </slide:spTree>
  </slide:cSld>
  <slide:clrMapOvr>
    <draw:masterClrMapping/>
  </slide:clrMapOvr>
</slide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slide:sldMaster xmlns:slide="http://schemas.openxmlformats.org/presentationml/2006/main" xmlns:draw="http://schemas.openxmlformats.org/drawingml/2006/main" xmlns:r="http://schemas.openxmlformats.org/officeDocument/2006/relationships">
  <slide:cSld name="Master 1">
    <slide:spTree>
      <slide:nvGrpSpPr>
        <slide:cNvPr id="1" name="Group 1"/>
        <slide:cNvGrpSpPr/>
        <slide:nvPr/>
      </slide:nvGrpSpPr>
      <slide:grpSpPr>
        <draw:xfrm>
          <draw:off x="0" y="0"/>
          <draw:ext cx="0" cy="0"/>
          <draw:chOff x="0" y="0"/>
          <draw:chExt cx="0" cy="0"/>
        </draw:xfrm>
      </slide:grpSpPr>
    </slide:spTree>
  </slide:cSld>
  <slide:clrMap accent1="accent1" accent2="accent2" accent3="accent3" accent4="accent4" accent5="accent5" accent6="accent6" bg1="lt1" bg2="lt2" folHlink="folHlink" hlink="hlink" tx1="dk1" tx2="dk2"/>
  <slide:sldLayoutIdLst>
    <slide:sldLayoutId id="2147483649" r:id="layout"/>
  </slide:sldLayoutIdLst>
  <slide:txStyles>
    <slide:titleStyle>
      <draw:lvl1pPr>
        <draw:defRPr sz="2400">
          <draw:latin typeface="+mn-lt"/>
          <draw:ea typeface="+mn-ea"/>
          <draw:cs typeface="+mn-cs"/>
        </draw:defRPr>
      </draw:lvl1pPr>
    </slide:titleStyle>
    <slide:bodyStyle>
      <draw:lvl1pPr>
        <draw:defRPr sz="2400">
          <draw:latin typeface="+mn-lt"/>
          <draw:ea typeface="+mn-ea"/>
          <draw:cs typeface="+mn-cs"/>
        </draw:defRPr>
      </draw:lvl1pPr>
    </slide:bodyStyle>
    <slide:otherStyle>
      <draw:lvl1pPr>
        <draw:defRPr sz="2400">
          <draw:latin typeface="+mn-lt"/>
          <draw:ea typeface="+mn-ea"/>
          <draw:cs typeface="+mn-cs"/>
        </draw:defRPr>
      </draw:lvl1pPr>
    </slide:otherStyle>
  </slide:txStyles>
</slide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slide:sld xmlns:slide="http://schemas.openxmlformats.org/presentationml/2006/main" xmlns:draw="http://schemas.openxmlformats.org/drawingml/2006/main" xmlns:r="http://schemas.openxmlformats.org/officeDocument/2006/relationships">
  <slide:cSld name="Slide 1">
    <slide:spTree>
      <slide:nvGrpSpPr>
        <slide:cNvPr id="1" name="Group 1"/>
        <slide:cNvGrpSpPr/>
        <slide:nvPr/>
      </slide:nvGrpSpPr>
      <slide:grpSpPr>
        <draw:xfrm>
          <draw:off x="0" y="0"/>
          <draw:ext cx="0" cy="0"/>
          <draw:chOff x="0" y="0"/>
          <draw:chExt cx="0" cy="0"/>
        </draw:xfrm>
      </slide:grpSpPr>
      <slide:sp>
        <slide:nvSpPr>
          <slide:cNvPr id="2" name="Shape 2"/>
          <slide:cNvSpPr txBox="1"/>
          <slide:nvPr/>
        </slide:nvSpPr>
        <slide:spPr>
          <draw:xfrm>
            <draw:off x="609600" y="609600"/>
            <draw:ext cx="7620000" cy="1016000"/>
          </draw:xfrm>
          <draw:prstGeom prst="rect">
            <draw:avLst/>
          </draw:prstGeom>
          <draw:noFill/>
          <draw:ln>
            <draw:noFill/>
          </draw:ln>
        </slide:spPr>
        <slide:txBody>
          <draw:bodyPr wrap="square" anchor="t" lIns="0" tIns="0" rIns="0" bIns="0">
            <draw:noAutofit/>
          </draw:bodyPr>
          <draw:lstStyle/>
          <draw:p>
            <draw:pPr/>
            <draw:r>
              <draw:rPr lang="zh-CN" sz="2400"/>
              <draw:t xml:space="preserve">命名空间不依赖前缀</draw:t>
            </draw:r>
            <draw:endParaRPr lang="zh-CN" sz="2400"/>
          </draw:p>
        </slide:txBody>
      </slide:sp>
    </slide:spTree>
  </slide:cSld>
  <slide:clrMapOvr>
    <draw:masterClrMapping/>
  </slide:clrMapOvr>
</slide:sld>
</file>

<file path=ppt/theme/theme1.xml><?xml version="1.0" encoding="utf-8"?>
<draw:theme xmlns:draw="http://schemas.openxmlformats.org/drawingml/2006/main" name="Pinned fixture">
  <draw:themeElements>
    <draw:clrScheme name="Fixture">
      <draw:dk1>
        <draw:srgbClr val="000000"/>
      </draw:dk1>
      <draw:lt1>
        <draw:srgbClr val="FFFFFF"/>
      </draw:lt1>
      <draw:dk2>
        <draw:srgbClr val="44546A"/>
      </draw:dk2>
      <draw:lt2>
        <draw:srgbClr val="E7E6E6"/>
      </draw:lt2>
      <draw:accent1>
        <draw:srgbClr val="4472C4"/>
      </draw:accent1>
      <draw:accent2>
        <draw:srgbClr val="ED7D31"/>
      </draw:accent2>
      <draw:accent3>
        <draw:srgbClr val="A5A5A5"/>
      </draw:accent3>
      <draw:accent4>
        <draw:srgbClr val="FFC000"/>
      </draw:accent4>
      <draw:accent5>
        <draw:srgbClr val="5B9BD5"/>
      </draw:accent5>
      <draw:accent6>
        <draw:srgbClr val="70AD47"/>
      </draw:accent6>
      <draw:hlink>
        <draw:srgbClr val="0563C1"/>
      </draw:hlink>
      <draw:folHlink>
        <draw:srgbClr val="954F72"/>
      </draw:folHlink>
    </draw:clrScheme>
    <draw:fontScheme name="Pinned">
      <draw:majorFont>
        <draw:latin typeface="Liberation Sans"/>
        <draw:ea typeface="Noto Sans CJK SC"/>
        <draw:cs typeface="Liberation Sans"/>
        <draw:font script="Hans" typeface="Noto Sans CJK SC"/>
        <draw:font script="Hant" typeface="Noto Sans CJK TC"/>
      </draw:majorFont>
      <draw:minorFont>
        <draw:latin typeface="Liberation Sans"/>
        <draw:ea typeface="Noto Sans CJK SC"/>
        <draw:cs typeface="Liberation Sans"/>
        <draw:font script="Hans" typeface="Noto Sans CJK SC"/>
        <draw:font script="Hant" typeface="Noto Sans CJK TC"/>
      </draw:minorFont>
    </draw:fontScheme>
    <draw:fmtScheme name="Fixture">
      <draw:fillStyleLst>
        <draw:solidFill>
          <draw:schemeClr val="phClr"/>
        </draw:solidFill>
        <draw:solidFill>
          <draw:schemeClr val="phClr"/>
        </draw:solidFill>
        <draw:solidFill>
          <draw:schemeClr val="phClr"/>
        </draw:solidFill>
      </draw:fillStyleLst>
      <draw:lnStyleLst>
        <draw:ln w="12700">
          <draw:solidFill>
            <draw:schemeClr val="phClr"/>
          </draw:solidFill>
          <draw:prstDash val="solid"/>
        </draw:ln>
        <draw:ln w="25400">
          <draw:solidFill>
            <draw:schemeClr val="phClr"/>
          </draw:solidFill>
          <draw:prstDash val="solid"/>
        </draw:ln>
        <draw:ln w="38100">
          <draw:solidFill>
            <draw:schemeClr val="phClr"/>
          </draw:solidFill>
          <draw:prstDash val="solid"/>
        </draw:ln>
      </draw:lnStyleLst>
      <draw:effectStyleLst>
        <draw:effectStyle>
          <draw:effectLst/>
        </draw:effectStyle>
        <draw:effectStyle>
          <draw:effectLst/>
        </draw:effectStyle>
        <draw:effectStyle>
          <draw:effectLst/>
        </draw:effectStyle>
      </draw:effectStyleLst>
      <draw:bgFillStyleLst>
        <draw:solidFill>
          <draw:schemeClr val="phClr"/>
        </draw:solidFill>
        <draw:solidFill>
          <draw:schemeClr val="phClr"/>
        </draw:solidFill>
        <draw:solidFill>
          <draw:schemeClr val="phClr"/>
        </draw:solidFill>
      </draw:bgFillStyleLst>
    </draw:fmtScheme>
  </draw:themeElements>
</draw:theme>
</file>

<file path=docProps/core.xml><?xml version="1.0" encoding="utf-8"?>
<cp:coreProperties xmlns:cp="http://schemas.openxmlformats.org/package/2006/metadata/core-properties" xmlns:dc="http://purl.org/dc/elements/1.1/">
  <dc:title>命名空间与关系</dc:title>
  <dc:language>zh-CN</dc:language>
</cp:coreProperties>
</file>