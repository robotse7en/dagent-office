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</p:sldMasterIdLst>
  <p:sldIdLst>
    <p:sldId id="256" r:id="rId4"/>
    <p:sldId id="257" r:id="rId5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ayou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609480" y="5842080"/>
            <a:ext cx="7619760" cy="50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zh-C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第二母版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2"/>
          <p:cNvSpPr/>
          <p:nvPr/>
        </p:nvSpPr>
        <p:spPr>
          <a:xfrm>
            <a:off x="609480" y="609480"/>
            <a:ext cx="7619760" cy="101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zh-C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第一主题页面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2"/>
          <p:cNvSpPr/>
          <p:nvPr/>
        </p:nvSpPr>
        <p:spPr>
          <a:xfrm>
            <a:off x="609480" y="609480"/>
            <a:ext cx="7619760" cy="101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zh-CN" sz="2400" strike="noStrike" u="none">
                <a:solidFill>
                  <a:schemeClr val="accent1"/>
                </a:solidFill>
                <a:effectLst/>
                <a:uFillTx/>
                <a:latin typeface="Arial"/>
              </a:rPr>
              <a:t>第二主题页面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Pinned fixture">
  <a:themeElements>
    <a:clrScheme name="Fixtur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inned">
      <a:majorFont>
        <a:latin typeface="Liberation Sans" pitchFamily="0" charset="1"/>
        <a:ea typeface="Noto Sans CJK SC" pitchFamily="0" charset="1"/>
        <a:cs typeface="Liberation Sans" pitchFamily="0" charset="1"/>
      </a:majorFont>
      <a:minorFont>
        <a:latin typeface="Liberation Sans" pitchFamily="0" charset="1"/>
        <a:ea typeface="Noto Sans CJK SC" pitchFamily="0" charset="1"/>
        <a:cs typeface="Liberation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>
          <a:prstDash val="solid"/>
        </a:ln>
        <a:ln w="25400">
          <a:prstDash val="solid"/>
        </a:ln>
        <a:ln w="381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inned fixture">
  <a:themeElements>
    <a:clrScheme name="Fixtur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70ad47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inned">
      <a:majorFont>
        <a:latin typeface="Liberation Sans" pitchFamily="0" charset="1"/>
        <a:ea typeface="Noto Sans CJK SC" pitchFamily="0" charset="1"/>
        <a:cs typeface="Liberation Sans" pitchFamily="0" charset="1"/>
      </a:majorFont>
      <a:minorFont>
        <a:latin typeface="Liberation Sans" pitchFamily="0" charset="1"/>
        <a:ea typeface="Noto Sans CJK SC" pitchFamily="0" charset="1"/>
        <a:cs typeface="Liberation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>
          <a:prstDash val="solid"/>
        </a:ln>
        <a:ln w="25400">
          <a:prstDash val="solid"/>
        </a:ln>
        <a:ln w="381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LibreOffice/25.8.1.1$Linux_X86_64 LibreOffice_project/580$Build-1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zh-CN</dc:language>
  <cp:lastModifiedBy/>
  <cp:revision>0</cp:revision>
  <dc:subject/>
  <dc:title>多母版和布局</dc:title>
</cp:coreProperties>
</file>