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609480" y="609480"/>
            <a:ext cx="761976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zh-C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合并表格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" name="Frame 3"/>
          <p:cNvGraphicFramePr/>
          <p:nvPr/>
        </p:nvGraphicFramePr>
        <p:xfrm>
          <a:off x="609480" y="1523880"/>
          <a:ext cx="9143640" cy="3047760"/>
        </p:xfrm>
        <a:graphic>
          <a:graphicData uri="http://schemas.openxmlformats.org/drawingml/2006/table">
            <a:tbl>
              <a:tblPr/>
              <a:tblGrid>
                <a:gridCol w="3047760"/>
                <a:gridCol w="3047760"/>
                <a:gridCol w="3047760"/>
              </a:tblGrid>
              <a:tr h="1015920">
                <a:tc gridSpan="2"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合并标题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44546a"/>
                      </a:solidFill>
                      <a:prstDash val="solid"/>
                    </a:lnL>
                    <a:lnR w="12240">
                      <a:solidFill>
                        <a:srgbClr val="44546a"/>
                      </a:solidFill>
                      <a:prstDash val="solid"/>
                    </a:lnR>
                    <a:lnT w="12240">
                      <a:solidFill>
                        <a:srgbClr val="44546a"/>
                      </a:solidFill>
                      <a:prstDash val="solid"/>
                    </a:lnT>
                    <a:lnB w="12240"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第三列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44546a"/>
                      </a:solidFill>
                      <a:prstDash val="solid"/>
                    </a:lnL>
                    <a:lnR w="12240">
                      <a:solidFill>
                        <a:srgbClr val="44546a"/>
                      </a:solidFill>
                      <a:prstDash val="solid"/>
                    </a:lnR>
                    <a:lnT w="12240">
                      <a:solidFill>
                        <a:srgbClr val="44546a"/>
                      </a:solidFill>
                      <a:prstDash val="solid"/>
                    </a:lnT>
                    <a:lnB w="12240"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5920">
                <a:tc rowSpan="2"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跨行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44546a"/>
                      </a:solidFill>
                      <a:prstDash val="solid"/>
                    </a:lnL>
                    <a:lnR w="12240">
                      <a:solidFill>
                        <a:srgbClr val="44546a"/>
                      </a:solidFill>
                      <a:prstDash val="solid"/>
                    </a:lnR>
                    <a:lnT w="12240">
                      <a:solidFill>
                        <a:srgbClr val="44546a"/>
                      </a:solidFill>
                      <a:prstDash val="solid"/>
                    </a:lnT>
                    <a:lnB w="12240"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甲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44546a"/>
                      </a:solidFill>
                      <a:prstDash val="solid"/>
                    </a:lnL>
                    <a:lnR w="12240">
                      <a:solidFill>
                        <a:srgbClr val="44546a"/>
                      </a:solidFill>
                      <a:prstDash val="solid"/>
                    </a:lnR>
                    <a:lnT w="12240">
                      <a:solidFill>
                        <a:srgbClr val="44546a"/>
                      </a:solidFill>
                      <a:prstDash val="solid"/>
                    </a:lnT>
                    <a:lnB w="12240"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乙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44546a"/>
                      </a:solidFill>
                      <a:prstDash val="solid"/>
                    </a:lnL>
                    <a:lnR w="12240">
                      <a:solidFill>
                        <a:srgbClr val="44546a"/>
                      </a:solidFill>
                      <a:prstDash val="solid"/>
                    </a:lnR>
                    <a:lnT w="12240">
                      <a:solidFill>
                        <a:srgbClr val="44546a"/>
                      </a:solidFill>
                      <a:prstDash val="solid"/>
                    </a:lnT>
                    <a:lnB w="12240"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159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丙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44546a"/>
                      </a:solidFill>
                      <a:prstDash val="solid"/>
                    </a:lnL>
                    <a:lnR w="12240">
                      <a:solidFill>
                        <a:srgbClr val="44546a"/>
                      </a:solidFill>
                      <a:prstDash val="solid"/>
                    </a:lnR>
                    <a:lnT w="12240">
                      <a:solidFill>
                        <a:srgbClr val="44546a"/>
                      </a:solidFill>
                      <a:prstDash val="solid"/>
                    </a:lnT>
                    <a:lnB w="12240"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zh-CN" sz="2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Noto Sans CJK SC"/>
                        </a:rPr>
                        <a:t>丁</a:t>
                      </a:r>
                      <a:endParaRPr b="0" lang="en-US" sz="2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 w="12240">
                      <a:solidFill>
                        <a:srgbClr val="44546a"/>
                      </a:solidFill>
                      <a:prstDash val="solid"/>
                    </a:lnL>
                    <a:lnR w="12240">
                      <a:solidFill>
                        <a:srgbClr val="44546a"/>
                      </a:solidFill>
                      <a:prstDash val="solid"/>
                    </a:lnR>
                    <a:lnT w="12240">
                      <a:solidFill>
                        <a:srgbClr val="44546a"/>
                      </a:solidFill>
                      <a:prstDash val="solid"/>
                    </a:lnT>
                    <a:lnB w="12240">
                      <a:solidFill>
                        <a:srgbClr val="44546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原生合并表格</dc:title>
</cp:coreProperties>
</file>