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400" strike="noStrike" u="none">
                <a:solidFill>
                  <a:srgbClr val="000000"/>
                </a:solidFill>
                <a:uFillTx/>
                <a:latin typeface="Arial"/>
              </a:rPr>
              <a:t>图表 column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gapWidth val="150"/>
        <c:overlap val="0"/>
        <c:axId val="84528389"/>
        <c:axId val="48973429"/>
      </c:barChart>
      <c:catAx>
        <c:axId val="84528389"/>
        <c:scaling>
          <c:orientation val="minMax"/>
        </c:scaling>
        <c:delete val="0"/>
        <c:axPos val="b"/>
        <c:numFmt formatCode="[$-409]mm/dd/yyyy" sourceLinked="1"/>
        <c:majorTickMark val="cross"/>
        <c:minorTickMark val="cross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8973429"/>
        <c:crosses val="autoZero"/>
        <c:auto val="1"/>
        <c:lblAlgn val="ctr"/>
        <c:lblOffset val="100"/>
        <c:noMultiLvlLbl val="0"/>
      </c:catAx>
      <c:valAx>
        <c:axId val="48973429"/>
        <c:scaling>
          <c:orientation val="minMax"/>
        </c:scaling>
        <c:delete val="0"/>
        <c:axPos val="l"/>
        <c:numFmt formatCode="0" sourceLinked="0"/>
        <c:majorTickMark val="cross"/>
        <c:minorTickMark val="cross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452838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400" strike="noStrike" u="none">
                <a:solidFill>
                  <a:srgbClr val="000000"/>
                </a:solidFill>
                <a:uFillTx/>
                <a:latin typeface="Arial"/>
              </a:rPr>
              <a:t>图表 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  <a:ln w="25560">
              <a:solidFill>
                <a:srgbClr val="4472c4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255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6110033"/>
        <c:axId val="50113972"/>
      </c:lineChart>
      <c:catAx>
        <c:axId val="6110033"/>
        <c:scaling>
          <c:orientation val="minMax"/>
        </c:scaling>
        <c:delete val="0"/>
        <c:axPos val="b"/>
        <c:numFmt formatCode="[$-409]mm/dd/yyyy" sourceLinked="1"/>
        <c:majorTickMark val="cross"/>
        <c:minorTickMark val="cross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0113972"/>
        <c:crosses val="autoZero"/>
        <c:auto val="1"/>
        <c:lblAlgn val="ctr"/>
        <c:lblOffset val="100"/>
        <c:noMultiLvlLbl val="0"/>
      </c:catAx>
      <c:valAx>
        <c:axId val="50113972"/>
        <c:scaling>
          <c:orientation val="minMax"/>
        </c:scaling>
        <c:delete val="0"/>
        <c:axPos val="l"/>
        <c:numFmt formatCode="0" sourceLinked="0"/>
        <c:majorTickMark val="cross"/>
        <c:minorTickMark val="cross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11003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400" strike="noStrike" u="none">
                <a:solidFill>
                  <a:srgbClr val="000000"/>
                </a:solidFill>
                <a:uFillTx/>
                <a:latin typeface="Arial"/>
              </a:rPr>
              <a:t>图表 pie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472c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4472c4"/>
              </a:solidFill>
              <a:ln w="0">
                <a:noFill/>
              </a:ln>
            </c:spPr>
          </c:dPt>
          <c:dPt>
            <c:idx val="2"/>
            <c:spPr>
              <a:solidFill>
                <a:srgbClr val="4472c4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cat>
            <c:strRef>
              <c:f>categories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图表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column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" name="Frame 3"/>
          <p:cNvGraphicFramePr/>
          <p:nvPr/>
        </p:nvGraphicFramePr>
        <p:xfrm>
          <a:off x="609480" y="1523880"/>
          <a:ext cx="9651600" cy="431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图表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" name="Frame 3"/>
          <p:cNvGraphicFramePr/>
          <p:nvPr/>
        </p:nvGraphicFramePr>
        <p:xfrm>
          <a:off x="609480" y="1523880"/>
          <a:ext cx="9651600" cy="431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图表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pie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" name="Frame 3"/>
          <p:cNvGraphicFramePr/>
          <p:nvPr/>
        </p:nvGraphicFramePr>
        <p:xfrm>
          <a:off x="609480" y="1523880"/>
          <a:ext cx="9651600" cy="431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三类基础图表</dc:title>
</cp:coreProperties>
</file>