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PNG JPEG WebP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3" descr="公开合成图片"/>
          <p:cNvPicPr/>
          <p:nvPr/>
        </p:nvPicPr>
        <p:blipFill>
          <a:blip r:embed="rId1"/>
          <a:srcRect l="9906" t="9906" r="9906" b="9906"/>
          <a:stretch/>
        </p:blipFill>
        <p:spPr>
          <a:xfrm>
            <a:off x="609480" y="228600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4" descr="公开合成图片"/>
          <p:cNvPicPr/>
          <p:nvPr/>
        </p:nvPicPr>
        <p:blipFill>
          <a:blip r:embed="rId2"/>
          <a:stretch/>
        </p:blipFill>
        <p:spPr>
          <a:xfrm rot="600000">
            <a:off x="4038480" y="228600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5" descr="公开合成图片"/>
          <p:cNvPicPr/>
          <p:nvPr/>
        </p:nvPicPr>
        <p:blipFill>
          <a:blip r:embed="rId3"/>
          <a:stretch/>
        </p:blipFill>
        <p:spPr>
          <a:xfrm flipH="1">
            <a:off x="7467840" y="2286000"/>
            <a:ext cx="2285640" cy="228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图片与裁剪</dc:title>
</cp:coreProperties>
</file>