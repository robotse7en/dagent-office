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0" name="公开合成作者" initials="SY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<Relationship Id="rId8" Type="http://schemas.openxmlformats.org/officeDocument/2006/relationships/commentAuthors" Target="commentAuthor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400" strike="noStrike" u="none">
                <a:solidFill>
                  <a:srgbClr val="000000"/>
                </a:solidFill>
                <a:uFillTx/>
                <a:latin typeface="Arial"/>
              </a:rPr>
              <a:t>图表 column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gapWidth val="150"/>
        <c:overlap val="0"/>
        <c:axId val="57294407"/>
        <c:axId val="67402611"/>
      </c:barChart>
      <c:catAx>
        <c:axId val="57294407"/>
        <c:scaling>
          <c:orientation val="minMax"/>
        </c:scaling>
        <c:delete val="0"/>
        <c:axPos val="b"/>
        <c:numFmt formatCode="[$-409]mm/dd/yyyy" sourceLinked="1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7402611"/>
        <c:crosses val="autoZero"/>
        <c:auto val="1"/>
        <c:lblAlgn val="ctr"/>
        <c:lblOffset val="100"/>
        <c:noMultiLvlLbl val="0"/>
      </c:catAx>
      <c:valAx>
        <c:axId val="67402611"/>
        <c:scaling>
          <c:orientation val="minMax"/>
        </c:scaling>
        <c:delete val="0"/>
        <c:axPos val="l"/>
        <c:numFmt formatCode="0" sourceLinked="0"/>
        <c:majorTickMark val="cross"/>
        <c:minorTickMark val="cross"/>
        <c:tickLblPos val="nextTo"/>
        <c:spPr>
          <a:ln w="1260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729440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omments/comment1.xml><?xml version="1.0" encoding="utf-8"?>
<p:cmLst xmlns:p="http://schemas.openxmlformats.org/presentationml/2006/main">
  <p:cm authorId="0" dt="2026-10-31T08:00:00.000000000" idx="1">
    <p:pos x="720" y="720"/>
    <p:text>经典批注：补充交付细节。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16E253-6261-4DB8-8682-D792F110C52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609480" y="4572000"/>
            <a:ext cx="5638320" cy="30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演讲者备注：</a:t>
            </a: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介绍上线、风险与培训。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项目进展报告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交付数据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" name="Frame 3"/>
          <p:cNvGraphicFramePr/>
          <p:nvPr/>
        </p:nvGraphicFramePr>
        <p:xfrm>
          <a:off x="609480" y="1523880"/>
          <a:ext cx="9143640" cy="406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隐藏的补充页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2026-10-31T18:00:35Z</dcterms:modified>
  <cp:revision>1</cp:revision>
  <dc:subject/>
  <dc:title>多页组合文稿</dc:title>
</cp:coreProperties>
</file>