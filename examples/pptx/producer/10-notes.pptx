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7B067E3-F8AA-463D-B102-55062A40797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609480" y="4572000"/>
            <a:ext cx="5638320" cy="304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演讲者备注：</a:t>
            </a: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介绍上线、风险与培训。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带备注的幻灯片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演讲者备注</dc:title>
</cp:coreProperties>
</file>