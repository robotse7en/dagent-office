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50880" y="2115000"/>
            <a:ext cx="2898000" cy="901440"/>
            <a:chOff x="5150880" y="2115000"/>
            <a:chExt cx="2898000" cy="901440"/>
          </a:xfrm>
        </p:grpSpPr>
        <p:sp>
          <p:nvSpPr>
            <p:cNvPr id="3" name="Shape 3"/>
            <p:cNvSpPr/>
            <p:nvPr/>
          </p:nvSpPr>
          <p:spPr>
            <a:xfrm flipV="1" rot="11400000">
              <a:off x="6645960" y="2227320"/>
              <a:ext cx="1354320" cy="676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zh-C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局部坐标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5150880" y="2215080"/>
              <a:ext cx="1400760" cy="708120"/>
              <a:chOff x="5150880" y="2215080"/>
              <a:chExt cx="1400760" cy="708120"/>
            </a:xfrm>
          </p:grpSpPr>
          <p:sp>
            <p:nvSpPr>
              <p:cNvPr id="5" name="Shape 5"/>
              <p:cNvSpPr/>
              <p:nvPr/>
            </p:nvSpPr>
            <p:spPr>
              <a:xfrm flipV="1" rot="10500000">
                <a:off x="5173920" y="2272680"/>
                <a:ext cx="1354320" cy="592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>
                  <a:lnSpc>
                    <a:spcPct val="100000"/>
                  </a:lnSpc>
                </a:pPr>
                <a:r>
                  <a:rPr b="0" lang="zh-CN" sz="2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组内文字</a:t>
                </a:r>
                <a:endPara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Pinned fixture">
  <a:themeElements>
    <a:clrScheme name="Fixtur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inned">
      <a:majorFont>
        <a:latin typeface="Liberation Sans" pitchFamily="0" charset="1"/>
        <a:ea typeface="Noto Sans CJK SC" pitchFamily="0" charset="1"/>
        <a:cs typeface="Liberation Sans" pitchFamily="0" charset="1"/>
      </a:majorFont>
      <a:minorFont>
        <a:latin typeface="Liberation Sans" pitchFamily="0" charset="1"/>
        <a:ea typeface="Noto Sans CJK SC" pitchFamily="0" charset="1"/>
        <a:cs typeface="Liberation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LibreOffice/25.8.1.1$Linux_X86_64 LibreOffice_project/580$Build-1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zh-CN</dc:language>
  <cp:lastModifiedBy/>
  <cp:revision>0</cp:revision>
  <dc:subject/>
  <dc:title>嵌套组合</dc:title>
</cp:coreProperties>
</file>