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62120" y="507960"/>
            <a:ext cx="10667520" cy="12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62120" y="507960"/>
            <a:ext cx="10667520" cy="12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布局标题占位符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62120" y="507960"/>
            <a:ext cx="10667520" cy="126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CN" sz="2400" strike="noStrike" u="none">
                <a:solidFill>
                  <a:schemeClr val="accent1"/>
                </a:solidFill>
                <a:effectLst/>
                <a:uFillTx/>
                <a:latin typeface="Arial"/>
                <a:ea typeface="Noto Sans CJK SC"/>
              </a:rPr>
              <a:t>继承主题标题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0504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主题与占位符</dc:title>
</cp:coreProperties>
</file>