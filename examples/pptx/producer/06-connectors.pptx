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09480" y="1270080"/>
            <a:ext cx="2285640" cy="126972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起点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3"/>
          <p:cNvSpPr/>
          <p:nvPr/>
        </p:nvSpPr>
        <p:spPr>
          <a:xfrm>
            <a:off x="7620120" y="4064040"/>
            <a:ext cx="2285640" cy="1269720"/>
          </a:xfrm>
          <a:prstGeom prst="ellipse">
            <a:avLst/>
          </a:prstGeom>
          <a:solidFill>
            <a:srgbClr val="70a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终点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" name="Connector 4"/>
          <p:cNvCxnSpPr>
            <a:stCxn id="2" idx="1"/>
            <a:endCxn id="3" idx="3"/>
          </p:cNvCxnSpPr>
          <p:nvPr/>
        </p:nvCxnSpPr>
        <p:spPr>
          <a:xfrm>
            <a:off x="609480" y="1905120"/>
            <a:ext cx="7345440" cy="3243240"/>
          </a:xfrm>
          <a:prstGeom prst="straightConnector1">
            <a:avLst/>
          </a:prstGeom>
          <a:ln w="12700">
            <a:solidFill>
              <a:srgbClr val="44546a"/>
            </a:solidFill>
            <a:round/>
            <a:headEnd len="med" type="triangle" w="med"/>
          </a:ln>
        </p:spPr>
      </p:cxnSp>
      <p:cxnSp>
        <p:nvCxnSpPr>
          <p:cNvPr id="5" name="Connector 5"/>
          <p:cNvCxnSpPr>
            <a:stCxn id="2" idx="1"/>
            <a:endCxn id="3" idx="3"/>
          </p:cNvCxnSpPr>
          <p:nvPr/>
        </p:nvCxnSpPr>
        <p:spPr>
          <a:xfrm flipH="1" rot="16200000">
            <a:off x="2660400" y="-146160"/>
            <a:ext cx="3243240" cy="7345440"/>
          </a:xfrm>
          <a:prstGeom prst="bentConnector4">
            <a:avLst>
              <a:gd name="adj1" fmla="val 0"/>
              <a:gd name="adj2" fmla="val 0"/>
            </a:avLst>
          </a:prstGeom>
          <a:ln w="12700">
            <a:solidFill>
              <a:srgbClr val="44546a"/>
            </a:solidFill>
            <a:round/>
            <a:head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连接线</dc:title>
</cp:coreProperties>
</file>