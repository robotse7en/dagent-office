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comments/comment1.xml" ContentType="application/vnd.openxmlformats-officedocument.presentationml.comments+xml"/>
  <Override PartName="/ppt/presentation.xml" ContentType="application/vnd.openxmlformats-officedocument.presentationml.presentation.main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commentAuthors.xml><?xml version="1.0" encoding="utf-8"?>
<p:cmAuthorLst xmlns:p="http://schemas.openxmlformats.org/presentationml/2006/main">
  <p:cmAuthor id="0" name="公开合成作者" initials="SY" lastIdx="1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10-31T08:00:00.000000000" idx="1">
    <p:pos x="720" y="720"/>
    <p:text>经典批注：补充交付细节。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经典批注来源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dcterms:modified xsi:type="dcterms:W3CDTF">2026-10-31T18:00:35Z</dcterms:modified>
  <cp:revision>1</cp:revision>
  <dc:subject/>
  <dc:title>经典批注</dc:title>
</cp:coreProperties>
</file>