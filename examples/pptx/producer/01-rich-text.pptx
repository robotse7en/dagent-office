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s://example.com/pptx" TargetMode="External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09480" y="609480"/>
            <a:ext cx="7619760" cy="533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zh-CN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中文与 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Latin 😀</a:t>
            </a:r>
            <a:r>
              <a:rPr b="0" lang="zh-CN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，</a:t>
            </a:r>
            <a:r>
              <a:rPr b="1" lang="zh-CN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粗体</a:t>
            </a:r>
            <a:r>
              <a:rPr b="0" i="1" lang="zh-CN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和斜体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zh-CN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第一项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zh-CN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第二级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CN" sz="2400" strike="noStrike" u="sng">
                <a:solidFill>
                  <a:srgbClr val="0563c1"/>
                </a:solidFill>
                <a:effectLst/>
                <a:uFillTx/>
                <a:latin typeface="Arial"/>
                <a:ea typeface="Noto Sans CJK SC"/>
                <a:hlinkClick r:id="rId1"/>
              </a:rPr>
              <a:t>访问示例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CN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换行前</a:t>
            </a:r>
            <a:br>
              <a:rPr sz="1800"/>
            </a:br>
            <a:r>
              <a:rPr b="0" lang="zh-CN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换行后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CN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扩展字𠀀与变体葛󠄀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inned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nned">
      <a:majorFont>
        <a:latin typeface="Liberation Sans" pitchFamily="0" charset="1"/>
        <a:ea typeface="Noto Sans CJK SC" pitchFamily="0" charset="1"/>
        <a:cs typeface="Liberation Sans" pitchFamily="0" charset="1"/>
      </a:majorFont>
      <a:minorFont>
        <a:latin typeface="Liberation Sans" pitchFamily="0" charset="1"/>
        <a:ea typeface="Noto Sans CJK SC" pitchFamily="0" charset="1"/>
        <a:cs typeface="Liberation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cp:revision>0</cp:revision>
  <dc:subject/>
  <dc:title>中文与富文本</dc:title>
</cp:coreProperties>
</file>