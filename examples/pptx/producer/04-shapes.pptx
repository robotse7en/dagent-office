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Default Extension="fntdata" ContentType="application/x-fontdata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_rels/presentation.xml.rels" ContentType="application/vnd.openxmlformats-package.relationship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s/_rels/slide1.xml.rels" ContentType="application/vnd.openxmlformats-package.relationships+xml"/>
  <Override PartName="/ppt/slides/slide1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Layou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507960" y="380880"/>
            <a:ext cx="2476080" cy="1206000"/>
          </a:xfrm>
          <a:prstGeom prst="rect">
            <a:avLst/>
          </a:prstGeom>
          <a:solidFill>
            <a:srgbClr val="4472c4">
              <a:alpha val="75000"/>
            </a:srgbClr>
          </a:solidFill>
          <a:ln w="12700">
            <a:solidFill>
              <a:srgbClr val="44546a"/>
            </a:solidFill>
            <a:round/>
          </a:ln>
          <a:effectLst>
            <a:outerShdw blurRad="38160" dir="2700000" dist="25455" rotWithShape="1">
              <a:srgbClr val="000000">
                <a:alpha val="4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rect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" name="Shape 3"/>
          <p:cNvSpPr/>
          <p:nvPr/>
        </p:nvSpPr>
        <p:spPr>
          <a:xfrm>
            <a:off x="3365640" y="380880"/>
            <a:ext cx="2476080" cy="1206000"/>
          </a:xfrm>
          <a:prstGeom prst="roundRect">
            <a:avLst>
              <a:gd name="adj" fmla="val 16667"/>
            </a:avLst>
          </a:prstGeom>
          <a:gradFill rotWithShape="0">
            <a:gsLst>
              <a:gs pos="0">
                <a:srgbClr val="4472c4"/>
              </a:gs>
              <a:gs pos="100000">
                <a:srgbClr val="ffffff"/>
              </a:gs>
            </a:gsLst>
            <a:lin ang="5400000"/>
          </a:gradFill>
          <a:ln w="12700">
            <a:solidFill>
              <a:srgbClr val="44546a"/>
            </a:solidFill>
            <a:prstDash val="dash"/>
            <a:round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roundRect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Shape 4"/>
          <p:cNvSpPr/>
          <p:nvPr/>
        </p:nvSpPr>
        <p:spPr>
          <a:xfrm>
            <a:off x="6222960" y="380880"/>
            <a:ext cx="2476080" cy="1206000"/>
          </a:xfrm>
          <a:prstGeom prst="ellipse">
            <a:avLst/>
          </a:prstGeom>
          <a:solidFill>
            <a:srgbClr val="4472c4">
              <a:alpha val="75000"/>
            </a:srgbClr>
          </a:solidFill>
          <a:ln w="12700">
            <a:solidFill>
              <a:srgbClr val="44546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ellipse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" name="Shape 5"/>
          <p:cNvSpPr/>
          <p:nvPr/>
        </p:nvSpPr>
        <p:spPr>
          <a:xfrm>
            <a:off x="9080640" y="380880"/>
            <a:ext cx="2476080" cy="1206000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12700">
            <a:solidFill>
              <a:srgbClr val="44546a"/>
            </a:solidFill>
            <a:prstDash val="dash"/>
            <a:round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triangle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" name="Shape 6"/>
          <p:cNvSpPr/>
          <p:nvPr/>
        </p:nvSpPr>
        <p:spPr>
          <a:xfrm>
            <a:off x="507960" y="1968480"/>
            <a:ext cx="2476080" cy="1206000"/>
          </a:xfrm>
          <a:prstGeom prst="diamond">
            <a:avLst/>
          </a:prstGeom>
          <a:solidFill>
            <a:srgbClr val="4472c4">
              <a:alpha val="75000"/>
            </a:srgbClr>
          </a:solidFill>
          <a:ln w="12700">
            <a:solidFill>
              <a:srgbClr val="44546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diamond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" name="Shape 7"/>
          <p:cNvSpPr/>
          <p:nvPr/>
        </p:nvSpPr>
        <p:spPr>
          <a:xfrm>
            <a:off x="3365640" y="1968480"/>
            <a:ext cx="2476080" cy="1206000"/>
          </a:xfrm>
          <a:prstGeom prst="parallelogram">
            <a:avLst>
              <a:gd name="adj" fmla="val 25000"/>
            </a:avLst>
          </a:prstGeom>
          <a:solidFill>
            <a:schemeClr val="accent2"/>
          </a:solidFill>
          <a:ln w="12700">
            <a:solidFill>
              <a:srgbClr val="44546a"/>
            </a:solidFill>
            <a:prstDash val="dash"/>
            <a:round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parallelogram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" name="Shape 8"/>
          <p:cNvSpPr/>
          <p:nvPr/>
        </p:nvSpPr>
        <p:spPr>
          <a:xfrm>
            <a:off x="6222960" y="1968480"/>
            <a:ext cx="2476080" cy="1206000"/>
          </a:xfrm>
          <a:prstGeom prst="trapezoid">
            <a:avLst>
              <a:gd name="adj" fmla="val 25000"/>
            </a:avLst>
          </a:prstGeom>
          <a:solidFill>
            <a:srgbClr val="4472c4">
              <a:alpha val="75000"/>
            </a:srgbClr>
          </a:solidFill>
          <a:ln w="12700">
            <a:solidFill>
              <a:srgbClr val="44546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trapezoid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" name="Shape 9"/>
          <p:cNvSpPr/>
          <p:nvPr/>
        </p:nvSpPr>
        <p:spPr>
          <a:xfrm>
            <a:off x="9080640" y="1968480"/>
            <a:ext cx="2476080" cy="1206000"/>
          </a:xfrm>
          <a:prstGeom prst="pentagon">
            <a:avLst>
              <a:gd name="hf" fmla="val 105146"/>
              <a:gd name="vf" fmla="val 110557"/>
            </a:avLst>
          </a:prstGeom>
          <a:solidFill>
            <a:schemeClr val="accent2"/>
          </a:solidFill>
          <a:ln w="12700">
            <a:solidFill>
              <a:srgbClr val="44546a"/>
            </a:solidFill>
            <a:prstDash val="dash"/>
            <a:round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pentagon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" name="Shape 10"/>
          <p:cNvSpPr/>
          <p:nvPr/>
        </p:nvSpPr>
        <p:spPr>
          <a:xfrm>
            <a:off x="507960" y="3556080"/>
            <a:ext cx="2476080" cy="1206000"/>
          </a:xfrm>
          <a:prstGeom prst="hexagon">
            <a:avLst>
              <a:gd name="adj" fmla="val 25000"/>
              <a:gd name="vf" fmla="val 115470"/>
            </a:avLst>
          </a:prstGeom>
          <a:solidFill>
            <a:srgbClr val="4472c4">
              <a:alpha val="75000"/>
            </a:srgbClr>
          </a:solidFill>
          <a:ln w="12700">
            <a:solidFill>
              <a:srgbClr val="44546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hexagon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" name="Shape 11"/>
          <p:cNvSpPr/>
          <p:nvPr/>
        </p:nvSpPr>
        <p:spPr>
          <a:xfrm>
            <a:off x="3365640" y="3556080"/>
            <a:ext cx="2476080" cy="120600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accent2"/>
          </a:solidFill>
          <a:ln w="12700">
            <a:solidFill>
              <a:srgbClr val="44546a"/>
            </a:solidFill>
            <a:prstDash val="dash"/>
            <a:round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rightArrow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" name="Shape 12"/>
          <p:cNvSpPr/>
          <p:nvPr/>
        </p:nvSpPr>
        <p:spPr>
          <a:xfrm>
            <a:off x="6222960" y="3556080"/>
            <a:ext cx="2476080" cy="1206000"/>
          </a:xfrm>
          <a:prstGeom prst="leftArrow">
            <a:avLst>
              <a:gd name="adj1" fmla="val 50000"/>
              <a:gd name="adj2" fmla="val 50000"/>
            </a:avLst>
          </a:prstGeom>
          <a:solidFill>
            <a:srgbClr val="4472c4">
              <a:alpha val="75000"/>
            </a:srgbClr>
          </a:solidFill>
          <a:ln w="12700">
            <a:solidFill>
              <a:srgbClr val="44546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leftArrow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" name="Shape 13"/>
          <p:cNvSpPr/>
          <p:nvPr/>
        </p:nvSpPr>
        <p:spPr>
          <a:xfrm>
            <a:off x="9080640" y="3556080"/>
            <a:ext cx="2476080" cy="1206000"/>
          </a:xfrm>
          <a:prstGeom prst="upArrow">
            <a:avLst>
              <a:gd name="adj1" fmla="val 50000"/>
              <a:gd name="adj2" fmla="val 50000"/>
            </a:avLst>
          </a:prstGeom>
          <a:solidFill>
            <a:schemeClr val="accent2"/>
          </a:solidFill>
          <a:ln w="12700">
            <a:solidFill>
              <a:srgbClr val="44546a"/>
            </a:solidFill>
            <a:prstDash val="dash"/>
            <a:round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upArrow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" name="Shape 14"/>
          <p:cNvSpPr/>
          <p:nvPr/>
        </p:nvSpPr>
        <p:spPr>
          <a:xfrm>
            <a:off x="507960" y="5143680"/>
            <a:ext cx="2476080" cy="120600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4472c4">
              <a:alpha val="75000"/>
            </a:srgbClr>
          </a:solidFill>
          <a:ln w="12700">
            <a:solidFill>
              <a:srgbClr val="44546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downArrow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" name="Shape 15"/>
          <p:cNvSpPr/>
          <p:nvPr/>
        </p:nvSpPr>
        <p:spPr>
          <a:xfrm>
            <a:off x="3365640" y="5143680"/>
            <a:ext cx="2476080" cy="1206000"/>
          </a:xfrm>
          <a:prstGeom prst="leftRightArrow">
            <a:avLst>
              <a:gd name="adj1" fmla="val 50000"/>
              <a:gd name="adj2" fmla="val 50000"/>
            </a:avLst>
          </a:prstGeom>
          <a:solidFill>
            <a:schemeClr val="accent2"/>
          </a:solidFill>
          <a:ln w="12700">
            <a:solidFill>
              <a:srgbClr val="44546a"/>
            </a:solidFill>
            <a:prstDash val="dash"/>
            <a:round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leftRightArrow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" name="Shape 16"/>
          <p:cNvSpPr/>
          <p:nvPr/>
        </p:nvSpPr>
        <p:spPr>
          <a:xfrm>
            <a:off x="6222960" y="5143680"/>
            <a:ext cx="2476080" cy="1206000"/>
          </a:xfrm>
          <a:prstGeom prst="chevron">
            <a:avLst>
              <a:gd name="adj" fmla="val 50000"/>
            </a:avLst>
          </a:prstGeom>
          <a:solidFill>
            <a:srgbClr val="4472c4">
              <a:alpha val="75000"/>
            </a:srgbClr>
          </a:solidFill>
          <a:ln w="12700">
            <a:solidFill>
              <a:srgbClr val="44546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chevron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" name="Shape 17"/>
          <p:cNvSpPr/>
          <p:nvPr/>
        </p:nvSpPr>
        <p:spPr>
          <a:xfrm>
            <a:off x="9080280" y="5143320"/>
            <a:ext cx="2476440" cy="1206360"/>
          </a:xfrm>
          <a:prstGeom prst="line">
            <a:avLst/>
          </a:prstGeom>
          <a:ln w="12700">
            <a:solidFill>
              <a:srgbClr val="44546a"/>
            </a:solidFill>
            <a:prstDash val="dash"/>
            <a:round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line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Pinned fixture">
  <a:themeElements>
    <a:clrScheme name="Fixtur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Pinned">
      <a:majorFont>
        <a:latin typeface="Liberation Sans" pitchFamily="0" charset="1"/>
        <a:ea typeface="Noto Sans CJK SC" pitchFamily="0" charset="1"/>
        <a:cs typeface="Liberation Sans" pitchFamily="0" charset="1"/>
      </a:majorFont>
      <a:minorFont>
        <a:latin typeface="Liberation Sans" pitchFamily="0" charset="1"/>
        <a:ea typeface="Noto Sans CJK SC" pitchFamily="0" charset="1"/>
        <a:cs typeface="Liberation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12700">
          <a:prstDash val="solid"/>
        </a:ln>
        <a:ln w="25400">
          <a:prstDash val="solid"/>
        </a:ln>
        <a:ln w="38100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LibreOffice/25.8.1.1$Linux_X86_64 LibreOffice_project/580$Build-1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zh-CN</dc:language>
  <cp:lastModifiedBy/>
  <cp:revision>0</cp:revision>
  <dc:subject/>
  <dc:title>基本形状与外观</dc:title>
</cp:coreProperties>
</file>