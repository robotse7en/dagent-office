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480" y="609480"/>
            <a:ext cx="76197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现代批注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slide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/>
          <p:cNvSpPr/>
          <p:nvPr/>
        </p:nvSpPr>
        <p:spPr>
          <a:xfrm>
            <a:off x="609480" y="609480"/>
            <a:ext cx="76197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现代批注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object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/>
          <p:cNvSpPr/>
          <p:nvPr/>
        </p:nvSpPr>
        <p:spPr>
          <a:xfrm>
            <a:off x="609480" y="609480"/>
            <a:ext cx="76197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中文𠀀😀批注锚点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 pitchFamily="0" charset="1"/>
        <a:ea typeface="Noto Sans CJK SC" pitchFamily="0" charset="1"/>
        <a:cs typeface="Liberation Sans" pitchFamily="0" charset="1"/>
      </a:majorFont>
      <a:minorFont>
        <a:latin typeface="Liberation Sans" pitchFamily="0" charset="1"/>
        <a:ea typeface="Noto Sans CJK SC" pitchFamily="0" charset="1"/>
        <a:cs typeface="Liberation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>现代批注与回复</dc:title>
</cp:coreProperties>
</file>