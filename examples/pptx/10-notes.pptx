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notesMasterIdLst>
    <p:notesMasterId r:id="notes-master"/>
  </p:notes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notes-master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>
    <a:lvl1pPr>
      <a:defRPr sz="2400"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<Relationships xmlns="http://schemas.openxmlformats.org/package/2006/relationships"><Relationship Id="slide" Type="http://schemas.openxmlformats.org/officeDocument/2006/relationships/slide" Target="../slides/slide1.xml"/><Relationship Id="master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type="body" idx="1"/>
          </p:nvPr>
        </p:nvSpPr>
        <p:spPr>
          <a:xfrm>
            <a:off x="609600" y="4572000"/>
            <a:ext cx="5638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 b="1"/>
              <a:t xml:space="preserve">演讲者备注：</a:t>
            </a:r>
            <a:r>
              <a:rPr lang="zh-CN" sz="2400"/>
              <a:t xml:space="preserve">介绍上线、风险与培训。</a:t>
            </a:r>
            <a:endParaRPr lang="zh-CN"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带备注的幻灯片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演讲者备注</dc:title>
  <dc:language>zh-CN</dc:language>
</cp:coreProperties>
</file>