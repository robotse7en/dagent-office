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main" Type="http://schemas.openxmlformats.org/officeDocument/2006/relationships/officeDocument" Target="ppt/presentation.xml"/><Relationship Id="core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master1"/>
  </p:sldMasterIdLst>
  <p:sldIdLst>
    <p:sldId id="256" r:id="slide1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master1" Type="http://schemas.openxmlformats.org/officeDocument/2006/relationships/slideMaster" Target="slideMasters/slideMaster1.xml"/><Relationship Id="slide1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Layout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theme" Type="http://schemas.openxmlformats.org/officeDocument/2006/relationships/theme" Target="../theme/theme1.xml"/><Relationship Id="layout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layout"/>
  </p:sldLayoutIdLst>
  <p:txStyles>
    <p:titleStyle>
      <a:lvl1pPr>
        <a:defRPr sz="2400">
          <a:latin typeface="+mn-lt"/>
          <a:ea typeface="+mn-ea"/>
          <a:cs typeface="+mn-cs"/>
        </a:defRPr>
      </a:lvl1pPr>
    </p:titleStyle>
    <p:bodyStyle>
      <a:lvl1pPr>
        <a:defRPr sz="2400">
          <a:latin typeface="+mn-lt"/>
          <a:ea typeface="+mn-ea"/>
          <a:cs typeface="+mn-cs"/>
        </a:defRPr>
      </a:lvl1pPr>
    </p:bodyStyle>
    <p:otherStyle>
      <a:lvl1pPr>
        <a:defRPr sz="2400"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layout" Type="http://schemas.openxmlformats.org/officeDocument/2006/relationships/slideLayout" Target="../slideLayouts/slideLayout1.xml"/><Relationship Id="link" Type="http://schemas.openxmlformats.org/officeDocument/2006/relationships/hyperlink" Target="https://example.com/pptx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1"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09600" y="609600"/>
            <a:ext cx="7620000" cy="533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/>
            <a:r>
              <a:rPr lang="zh-CN" sz="2400">
                <a:latin typeface="Liberation Sans"/>
                <a:ea typeface="Noto Sans CJK SC"/>
                <a:cs typeface="Liberation Sans"/>
              </a:rPr>
              <a:t xml:space="preserve">中文与 Latin 😀，</a:t>
            </a:r>
            <a:r>
              <a:rPr lang="zh-CN" sz="2400" b="1"/>
              <a:t xml:space="preserve">粗体</a:t>
            </a:r>
            <a:r>
              <a:rPr lang="zh-CN" sz="2400" i="1"/>
              <a:t xml:space="preserve">和斜体</a:t>
            </a:r>
            <a:endParaRPr lang="zh-CN" sz="2400"/>
          </a:p>
          <a:p>
            <a:pPr>
              <a:buAutoNum type="arabicPeriod" startAt="1"/>
            </a:pPr>
            <a:r>
              <a:rPr lang="zh-CN" sz="2400"/>
              <a:t xml:space="preserve">第一项</a:t>
            </a:r>
            <a:endParaRPr lang="zh-CN" sz="2400"/>
          </a:p>
          <a:p>
            <a:pPr>
              <a:buChar char="•"/>
            </a:pPr>
            <a:r>
              <a:rPr lang="zh-CN" sz="2400"/>
              <a:t xml:space="preserve">第二级</a:t>
            </a:r>
            <a:endParaRPr lang="zh-CN" sz="2400"/>
          </a:p>
          <a:p>
            <a:pPr/>
            <a:r>
              <a:rPr lang="zh-CN" sz="2400">
                <a:hlinkClick r:id="link"/>
              </a:rPr>
              <a:t xml:space="preserve">访问示例</a:t>
            </a:r>
            <a:endParaRPr lang="zh-CN" sz="2400"/>
          </a:p>
          <a:p>
            <a:pPr/>
            <a:r>
              <a:rPr lang="zh-CN" sz="2400"/>
              <a:t xml:space="preserve">换行前</a:t>
            </a:r>
            <a:br/>
            <a:r>
              <a:rPr lang="zh-CN" sz="2400"/>
              <a:t xml:space="preserve">换行后</a:t>
            </a:r>
            <a:endParaRPr lang="zh-CN" sz="2400"/>
          </a:p>
          <a:p>
            <a:pPr/>
            <a:r>
              <a:rPr lang="zh-CN" sz="2400"/>
              <a:t xml:space="preserve">扩展字𠀀与变体葛󠄀</a:t>
            </a:r>
            <a:endParaRPr 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/>
        <a:ea typeface="Noto Sans CJK SC"/>
        <a:cs typeface="Liberation Sans"/>
        <a:font script="Hans" typeface="Noto Sans CJK SC"/>
        <a:font script="Hant" typeface="Noto Sans CJK TC"/>
      </a:majorFont>
      <a:minorFont>
        <a:latin typeface="Liberation Sans"/>
        <a:ea typeface="Noto Sans CJK SC"/>
        <a:cs typeface="Liberation Sans"/>
        <a:font script="Hans" typeface="Noto Sans CJK SC"/>
        <a:font script="Hant" typeface="Noto Sans CJK TC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中文与富文本</dc:title>
  <dc:language>zh-CN</dc:language>
</cp:coreProperties>
</file>