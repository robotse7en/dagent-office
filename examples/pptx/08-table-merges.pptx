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合并表格</a:t>
            </a:r>
            <a:endParaRPr lang="zh-CN" sz="2400"/>
          </a:p>
        </p:txBody>
      </p:sp>
      <p:graphicFrame>
        <p:nvGraphicFramePr>
          <p:cNvPr id="3" name="Frame 3"/>
          <p:cNvGraphicFramePr/>
          <p:nvPr/>
        </p:nvGraphicFramePr>
        <p:xfrm>
          <a:off x="609600" y="1524000"/>
          <a:ext cx="9144000" cy="3048000"/>
        </p:xfrm>
        <a:graphic>
          <a:graphicData uri="http://schemas.openxmlformats.org/drawingml/2006/table">
            <a:tbl>
              <a:tblPr firstRow="0" bandRow="0"/>
              <a:tblGrid>
                <a:gridCol w="3048000"/>
                <a:gridCol w="3048000"/>
                <a:gridCol w="3048000"/>
              </a:tblGrid>
              <a:tr h="1016000">
                <a:tc gridSpan="2">
                  <a:txBody>
                    <a:bodyPr wrap="square" anchor="t" lIns="0" tIns="0" rIns="0" bIns="0">
                      <a:noAutofit/>
                    </a:bodyPr>
                    <a:lstStyle/>
                    <a:p>
                      <a:pPr/>
                      <a:r>
                        <a:rPr lang="zh-CN" sz="2400"/>
                        <a:t xml:space="preserve">合并标题</a:t>
                      </a:r>
                      <a:endParaRPr lang="zh-CN" sz="2400"/>
                    </a:p>
                  </a:txBody>
                  <a:tcPr marL="0" marR="0" marT="0" marB="0">
                    <a:lnL>
                      <a:solidFill>
                        <a:srgbClr val="44546A"/>
                      </a:solidFill>
                      <a:prstDash val="solid"/>
                    </a:lnL>
                    <a:lnR>
                      <a:solidFill>
                        <a:srgbClr val="44546A"/>
                      </a:solidFill>
                      <a:prstDash val="solid"/>
                    </a:lnR>
                    <a:lnT>
                      <a:solidFill>
                        <a:srgbClr val="44546A"/>
                      </a:solidFill>
                      <a:prstDash val="solid"/>
                    </a:lnT>
                    <a:lnB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square" anchor="t" lIns="0" tIns="0" rIns="0" bIns="0">
                      <a:noAutofit/>
                    </a:bodyPr>
                    <a:lstStyle/>
                    <a:p>
                      <a:pPr/>
                      <a:r>
                        <a:rPr lang="zh-CN" sz="2400"/>
                        <a:t xml:space="preserve"/>
                      </a:r>
                      <a:endParaRPr lang="zh-CN" sz="2400"/>
                    </a:p>
                  </a:txBody>
                  <a:tcPr marL="0" marR="0" marT="0" marB="0">
                    <a:lnL>
                      <a:solidFill>
                        <a:srgbClr val="44546A"/>
                      </a:solidFill>
                      <a:prstDash val="solid"/>
                    </a:lnL>
                    <a:lnR>
                      <a:solidFill>
                        <a:srgbClr val="44546A"/>
                      </a:solidFill>
                      <a:prstDash val="solid"/>
                    </a:lnR>
                    <a:lnT>
                      <a:solidFill>
                        <a:srgbClr val="44546A"/>
                      </a:solidFill>
                      <a:prstDash val="solid"/>
                    </a:lnT>
                    <a:lnB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tIns="0" rIns="0" bIns="0">
                      <a:noAutofit/>
                    </a:bodyPr>
                    <a:lstStyle/>
                    <a:p>
                      <a:pPr/>
                      <a:r>
                        <a:rPr lang="zh-CN" sz="2400"/>
                        <a:t xml:space="preserve">第三列</a:t>
                      </a:r>
                      <a:endParaRPr lang="zh-CN" sz="2400"/>
                    </a:p>
                  </a:txBody>
                  <a:tcPr marL="0" marR="0" marT="0" marB="0">
                    <a:lnL>
                      <a:solidFill>
                        <a:srgbClr val="44546A"/>
                      </a:solidFill>
                      <a:prstDash val="solid"/>
                    </a:lnL>
                    <a:lnR>
                      <a:solidFill>
                        <a:srgbClr val="44546A"/>
                      </a:solidFill>
                      <a:prstDash val="solid"/>
                    </a:lnR>
                    <a:lnT>
                      <a:solidFill>
                        <a:srgbClr val="44546A"/>
                      </a:solidFill>
                      <a:prstDash val="solid"/>
                    </a:lnT>
                    <a:lnB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6000">
                <a:tc rowSpan="2">
                  <a:txBody>
                    <a:bodyPr wrap="square" anchor="t" lIns="0" tIns="0" rIns="0" bIns="0">
                      <a:noAutofit/>
                    </a:bodyPr>
                    <a:lstStyle/>
                    <a:p>
                      <a:pPr/>
                      <a:r>
                        <a:rPr lang="zh-CN" sz="2400"/>
                        <a:t xml:space="preserve">跨行</a:t>
                      </a:r>
                      <a:endParaRPr lang="zh-CN" sz="2400"/>
                    </a:p>
                  </a:txBody>
                  <a:tcPr marL="0" marR="0" marT="0" marB="0">
                    <a:lnL>
                      <a:solidFill>
                        <a:srgbClr val="44546A"/>
                      </a:solidFill>
                      <a:prstDash val="solid"/>
                    </a:lnL>
                    <a:lnR>
                      <a:solidFill>
                        <a:srgbClr val="44546A"/>
                      </a:solidFill>
                      <a:prstDash val="solid"/>
                    </a:lnR>
                    <a:lnT>
                      <a:solidFill>
                        <a:srgbClr val="44546A"/>
                      </a:solidFill>
                      <a:prstDash val="solid"/>
                    </a:lnT>
                    <a:lnB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tIns="0" rIns="0" bIns="0">
                      <a:noAutofit/>
                    </a:bodyPr>
                    <a:lstStyle/>
                    <a:p>
                      <a:pPr/>
                      <a:r>
                        <a:rPr lang="zh-CN" sz="2400"/>
                        <a:t xml:space="preserve">甲</a:t>
                      </a:r>
                      <a:endParaRPr lang="zh-CN" sz="2400"/>
                    </a:p>
                  </a:txBody>
                  <a:tcPr marL="0" marR="0" marT="0" marB="0">
                    <a:lnL>
                      <a:solidFill>
                        <a:srgbClr val="44546A"/>
                      </a:solidFill>
                      <a:prstDash val="solid"/>
                    </a:lnL>
                    <a:lnR>
                      <a:solidFill>
                        <a:srgbClr val="44546A"/>
                      </a:solidFill>
                      <a:prstDash val="solid"/>
                    </a:lnR>
                    <a:lnT>
                      <a:solidFill>
                        <a:srgbClr val="44546A"/>
                      </a:solidFill>
                      <a:prstDash val="solid"/>
                    </a:lnT>
                    <a:lnB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tIns="0" rIns="0" bIns="0">
                      <a:noAutofit/>
                    </a:bodyPr>
                    <a:lstStyle/>
                    <a:p>
                      <a:pPr/>
                      <a:r>
                        <a:rPr lang="zh-CN" sz="2400"/>
                        <a:t xml:space="preserve">乙</a:t>
                      </a:r>
                      <a:endParaRPr lang="zh-CN" sz="2400"/>
                    </a:p>
                  </a:txBody>
                  <a:tcPr marL="0" marR="0" marT="0" marB="0">
                    <a:lnL>
                      <a:solidFill>
                        <a:srgbClr val="44546A"/>
                      </a:solidFill>
                      <a:prstDash val="solid"/>
                    </a:lnL>
                    <a:lnR>
                      <a:solidFill>
                        <a:srgbClr val="44546A"/>
                      </a:solidFill>
                      <a:prstDash val="solid"/>
                    </a:lnR>
                    <a:lnT>
                      <a:solidFill>
                        <a:srgbClr val="44546A"/>
                      </a:solidFill>
                      <a:prstDash val="solid"/>
                    </a:lnT>
                    <a:lnB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6000">
                <a:tc vMerge="1">
                  <a:txBody>
                    <a:bodyPr wrap="square" anchor="t" lIns="0" tIns="0" rIns="0" bIns="0">
                      <a:noAutofit/>
                    </a:bodyPr>
                    <a:lstStyle/>
                    <a:p>
                      <a:pPr/>
                      <a:r>
                        <a:rPr lang="zh-CN" sz="2400"/>
                        <a:t xml:space="preserve"/>
                      </a:r>
                      <a:endParaRPr lang="zh-CN" sz="2400"/>
                    </a:p>
                  </a:txBody>
                  <a:tcPr marL="0" marR="0" marT="0" marB="0">
                    <a:lnL>
                      <a:solidFill>
                        <a:srgbClr val="44546A"/>
                      </a:solidFill>
                      <a:prstDash val="solid"/>
                    </a:lnL>
                    <a:lnR>
                      <a:solidFill>
                        <a:srgbClr val="44546A"/>
                      </a:solidFill>
                      <a:prstDash val="solid"/>
                    </a:lnR>
                    <a:lnT>
                      <a:solidFill>
                        <a:srgbClr val="44546A"/>
                      </a:solidFill>
                      <a:prstDash val="solid"/>
                    </a:lnT>
                    <a:lnB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tIns="0" rIns="0" bIns="0">
                      <a:noAutofit/>
                    </a:bodyPr>
                    <a:lstStyle/>
                    <a:p>
                      <a:pPr/>
                      <a:r>
                        <a:rPr lang="zh-CN" sz="2400"/>
                        <a:t xml:space="preserve">丙</a:t>
                      </a:r>
                      <a:endParaRPr lang="zh-CN" sz="2400"/>
                    </a:p>
                  </a:txBody>
                  <a:tcPr marL="0" marR="0" marT="0" marB="0">
                    <a:lnL>
                      <a:solidFill>
                        <a:srgbClr val="44546A"/>
                      </a:solidFill>
                      <a:prstDash val="solid"/>
                    </a:lnL>
                    <a:lnR>
                      <a:solidFill>
                        <a:srgbClr val="44546A"/>
                      </a:solidFill>
                      <a:prstDash val="solid"/>
                    </a:lnR>
                    <a:lnT>
                      <a:solidFill>
                        <a:srgbClr val="44546A"/>
                      </a:solidFill>
                      <a:prstDash val="solid"/>
                    </a:lnT>
                    <a:lnB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tIns="0" rIns="0" bIns="0">
                      <a:noAutofit/>
                    </a:bodyPr>
                    <a:lstStyle/>
                    <a:p>
                      <a:pPr/>
                      <a:r>
                        <a:rPr lang="zh-CN" sz="2400"/>
                        <a:t xml:space="preserve">丁</a:t>
                      </a:r>
                      <a:endParaRPr lang="zh-CN" sz="2400"/>
                    </a:p>
                  </a:txBody>
                  <a:tcPr marL="0" marR="0" marT="0" marB="0">
                    <a:lnL>
                      <a:solidFill>
                        <a:srgbClr val="44546A"/>
                      </a:solidFill>
                      <a:prstDash val="solid"/>
                    </a:lnL>
                    <a:lnR>
                      <a:solidFill>
                        <a:srgbClr val="44546A"/>
                      </a:solidFill>
                      <a:prstDash val="solid"/>
                    </a:lnR>
                    <a:lnT>
                      <a:solidFill>
                        <a:srgbClr val="44546A"/>
                      </a:solidFill>
                      <a:prstDash val="solid"/>
                    </a:lnT>
                    <a:lnB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原生合并表格</dc:title>
  <dc:language>zh-CN</dc:language>
</cp:coreProperties>
</file>