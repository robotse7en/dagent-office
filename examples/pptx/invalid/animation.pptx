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link" Type="http://schemas.openxmlformats.org/officeDocument/2006/relationships/hyperlink" Target="https://example.com/pptx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533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latin typeface="Liberation Sans"/>
                <a:ea typeface="Noto Sans CJK SC"/>
                <a:cs typeface="Liberation Sans"/>
              </a:rPr>
              <a:t xml:space="preserve">中文与 Latin 😀，</a:t>
            </a:r>
            <a:r>
              <a:rPr lang="zh-CN" sz="2400" b="1"/>
              <a:t xml:space="preserve">粗体</a:t>
            </a:r>
            <a:r>
              <a:rPr lang="zh-CN" sz="2400" i="1"/>
              <a:t xml:space="preserve">和斜体</a:t>
            </a:r>
            <a:endParaRPr lang="zh-CN" sz="2400"/>
          </a:p>
          <a:p>
            <a:pPr>
              <a:buAutoNum type="arabicPeriod" startAt="1"/>
            </a:pPr>
            <a:r>
              <a:rPr lang="zh-CN" sz="2400"/>
              <a:t xml:space="preserve">第一项</a:t>
            </a:r>
            <a:endParaRPr lang="zh-CN" sz="2400"/>
          </a:p>
          <a:p>
            <a:pPr>
              <a:buChar char="•"/>
            </a:pPr>
            <a:r>
              <a:rPr lang="zh-CN" sz="2400"/>
              <a:t xml:space="preserve">第二级</a:t>
            </a:r>
            <a:endParaRPr lang="zh-CN" sz="2400"/>
          </a:p>
          <a:p>
            <a:pPr/>
            <a:r>
              <a:rPr lang="zh-CN" sz="2400">
                <a:hlinkClick r:id="link"/>
              </a:rPr>
              <a:t xml:space="preserve">访问示例</a:t>
            </a:r>
            <a:endParaRPr lang="zh-CN" sz="2400"/>
          </a:p>
          <a:p>
            <a:pPr/>
            <a:r>
              <a:rPr lang="zh-CN" sz="2400"/>
              <a:t xml:space="preserve">换行前</a:t>
            </a:r>
            <a:br/>
            <a:r>
              <a:rPr lang="zh-CN" sz="2400"/>
              <a:t xml:space="preserve">换行后</a:t>
            </a:r>
            <a:endParaRPr lang="zh-CN" sz="2400"/>
          </a:p>
          <a:p>
            <a:pPr/>
            <a:r>
              <a:rPr lang="zh-CN" sz="2400"/>
              <a:t xml:space="preserve">扩展字𠀀与变体葛󠄀</a:t>
            </a:r>
            <a:endParaRPr lang="zh-CN" sz="2400"/>
          </a:p>
        </p:txBody>
      </p:sp>
    </p:spTree>
  </p:cSld>
  <p:clrMapOvr>
    <a:masterClrMapping/>
  </p:clrMapOvr>
  <p:timing>
    <p:tnLst>
      <p:par>
        <p:cTn id="1" dur="indefinite"/>
      </p:par>
    </p:tnLst>
  </p:timing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中文与富文本</dc:title>
  <dc:language>zh-CN</dc:language>
</cp:coreProperties>
</file>