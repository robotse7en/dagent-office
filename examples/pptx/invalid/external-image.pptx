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dia/sample.jpg" ContentType="image/jpeg"/>
  <Override PartName="/ppt/media/sample.png" ContentType="image/png"/>
  <Override PartName="/ppt/media/sample.webp" ContentType="image/webp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ns0:Relationships xmlns:ns0="http://schemas.openxmlformats.org/package/2006/relationships"><ns0:Relationship Id="layout" Type="http://schemas.openxmlformats.org/officeDocument/2006/relationships/slideLayout" Target="../slideLayouts/slideLayout1.xml" /><ns0:Relationship Id="image0" Type="http://schemas.openxmlformats.org/officeDocument/2006/relationships/image" Target="https://example.com/unauthorized.png" TargetMode="External" /><ns0:Relationship Id="image1" Type="http://schemas.openxmlformats.org/officeDocument/2006/relationships/image" Target="../media/sample.jpg" /><ns0:Relationship Id="image2" Type="http://schemas.openxmlformats.org/officeDocument/2006/relationships/image" Target="../media/sample.webp" /></ns0: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PNG JPEG WebP</a:t>
            </a:r>
            <a:endParaRPr lang="zh-CN" sz="2400"/>
          </a:p>
        </p:txBody>
      </p:sp>
      <p:pic>
        <p:nvPicPr>
          <p:cNvPr id="3" name="Picture 3" descr="公开合成图片"/>
          <p:cNvPicPr/>
          <p:nvPr/>
        </p:nvPicPr>
        <p:blipFill>
          <a:blip r:link="image0"/>
          <a:srcRect l="10000" t="10000" r="10000" b="10000"/>
          <a:stretch>
            <a:fillRect/>
          </a:stretch>
        </p:blipFill>
        <p:spPr>
          <a:xfrm>
            <a:off x="609600" y="2286000"/>
            <a:ext cx="2286000" cy="2286000"/>
          </a:xfrm>
          <a:prstGeom prst="rect">
            <a:avLst/>
          </a:prstGeom>
        </p:spPr>
      </p:pic>
      <p:pic>
        <p:nvPicPr>
          <p:cNvPr id="4" name="Picture 4" descr="公开合成图片"/>
          <p:cNvPicPr/>
          <p:nvPr/>
        </p:nvPicPr>
        <p:blipFill>
          <a:blip r:embed="image1"/>
          <a:stretch>
            <a:fillRect/>
          </a:stretch>
        </p:blipFill>
        <p:spPr>
          <a:xfrm rot="600000">
            <a:off x="4038600" y="2286000"/>
            <a:ext cx="2286000" cy="2286000"/>
          </a:xfrm>
          <a:prstGeom prst="rect">
            <a:avLst/>
          </a:prstGeom>
        </p:spPr>
      </p:pic>
      <p:pic>
        <p:nvPicPr>
          <p:cNvPr id="5" name="Picture 5" descr="公开合成图片"/>
          <p:cNvPicPr/>
          <p:nvPr/>
        </p:nvPicPr>
        <p:blipFill>
          <a:blip r:embed="image2"/>
          <a:stretch>
            <a:fillRect/>
          </a:stretch>
        </p:blipFill>
        <p:spPr>
          <a:xfrm flipH="1">
            <a:off x="7467600" y="22860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图片与裁剪</dc:title>
  <dc:language>zh-CN</dc:language>
</cp:coreProperties>
</file>