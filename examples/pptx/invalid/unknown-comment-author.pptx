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authors.xml" ContentType="application/vnd.ms-powerpoint.authors+xml"/>
  <Override PartName="/ppt/comments/modernComment1.xml" ContentType="application/vnd.ms-powerpoint.comments+xml"/>
  <Override PartName="/ppt/comments/modernComment2.xml" ContentType="application/vnd.ms-powerpoint.comments+xml"/>
  <Override PartName="/ppt/comments/modernComment3.xml" ContentType="application/vnd.ms-powerpoint.comment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  <p:sldId id="257" r:id="slide2"/>
    <p:sldId id="258" r:id="slide3"/>
  </p:sldIdLst>
  <p:sldSz cx="12192000" cy="6858000" type="custom"/>
  <p:notesSz cx="6858000" cy="9144000"/>
</p:presentation>
</file>

<file path=ppt/authors.xml><?xml version="1.0" encoding="utf-8"?>
<p188:authorLst xmlns:p188="http://schemas.microsoft.com/office/powerpoint/2018/8/main">
  <p188:author id="{11111111-1111-4111-8111-111111111111}" name="公开审阅者" initials="SY" userId="synthetic-reviewer" providerId="synthetic"/>
  <p188:author id="{22222222-2222-4222-8222-222222222222}" name="公开作者" initials="ZZ" userId="synthetic-author" providerId="synthetic"/>
</p188:authorLst>
</file>

<file path=ppt/_rels/presentation.xml.rels><?xml version="1.0" encoding="UTF-8" standalone="yes"?><Relationships xmlns="http://schemas.openxmlformats.org/package/2006/relationships"><Relationship Id="authors-modern" Type="http://schemas.microsoft.com/office/2018/10/relationships/authors" Target="authors.xml"/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/Relationships>
</file>

<file path=ppt/comments/modernComment1.xml><?xml version="1.0" encoding="utf-8"?>
<p188:cmLst xmlns:p188="http://schemas.microsoft.com/office/powerpoint/2018/8/main" xmlns:a="http://schemas.openxmlformats.org/drawingml/2006/main" xmlns:pc="http://schemas.microsoft.com/office/powerpoint/2013/main/command" xmlns:ac="http://schemas.microsoft.com/office/drawing/2013/main/command">
  <p188:cm id="{33333333-3333-4333-8333-000000000001}" authorId="{99999999-9999-4999-8999-999999999999}" created="2026-10-31T08:00:00Z" status="active">
    <pc:sldMkLst>
      <pc:docMk/>
      <pc:sldMk sldId="256"/>
    </pc:sldMkLst>
    <p188:pos x="0" y="0"/>
    <p188:replyLst>
      <p188:reply id="{44444444-4444-4444-8444-000000000001}" authorId="{22222222-2222-4222-8222-222222222222}" created="2026-10-31T08:00:00Z">
        <p188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回复：已记录。</a:t>
            </a:r>
            <a:endParaRPr lang="zh-CN" sz="2400"/>
          </a:p>
        </p188:txBody>
      </p188:reply>
    </p188:replyLst>
    <p188:txBody>
      <a:bodyPr wrap="square" anchor="t" lIns="0" tIns="0" rIns="0" bIns="0">
        <a:noAutofit/>
      </a:bodyPr>
      <a:lstStyle/>
      <a:p>
        <a:pPr/>
        <a:r>
          <a:rPr lang="zh-CN" sz="2400"/>
          <a:t xml:space="preserve">现代批注：slide</a:t>
        </a:r>
        <a:endParaRPr lang="zh-CN" sz="2400"/>
      </a:p>
    </p188:txBody>
  </p188:cm>
</p188:cmLst>
</file>

<file path=ppt/comments/modernComment2.xml><?xml version="1.0" encoding="utf-8"?>
<p188:cmLst xmlns:p188="http://schemas.microsoft.com/office/powerpoint/2018/8/main" xmlns:a="http://schemas.openxmlformats.org/drawingml/2006/main" xmlns:pc="http://schemas.microsoft.com/office/powerpoint/2013/main/command" xmlns:ac="http://schemas.microsoft.com/office/drawing/2013/main/command">
  <p188:cm id="{33333333-3333-4333-8333-000000000002}" authorId="{11111111-1111-4111-8111-111111111111}" created="2026-10-31T08:00:00Z" status="resolved">
    <ac:deMkLst>
      <pc:docMk/>
      <pc:sldMk sldId="257"/>
      <ac:spMk id="2"/>
    </ac:deMkLst>
    <p188:pos x="0" y="0"/>
    <p188:replyLst>
      <p188:reply id="{44444444-4444-4444-8444-000000000002}" authorId="{22222222-2222-4222-8222-222222222222}" created="2026-10-31T08:00:00Z">
        <p188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回复：已记录。</a:t>
            </a:r>
            <a:endParaRPr lang="zh-CN" sz="2400"/>
          </a:p>
        </p188:txBody>
      </p188:reply>
    </p188:replyLst>
    <p188:txBody>
      <a:bodyPr wrap="square" anchor="t" lIns="0" tIns="0" rIns="0" bIns="0">
        <a:noAutofit/>
      </a:bodyPr>
      <a:lstStyle/>
      <a:p>
        <a:pPr/>
        <a:r>
          <a:rPr lang="zh-CN" sz="2400"/>
          <a:t xml:space="preserve">现代批注：object</a:t>
        </a:r>
        <a:endParaRPr lang="zh-CN" sz="2400"/>
      </a:p>
    </p188:txBody>
  </p188:cm>
</p188:cmLst>
</file>

<file path=ppt/comments/modernComment3.xml><?xml version="1.0" encoding="utf-8"?>
<p188:cmLst xmlns:p188="http://schemas.microsoft.com/office/powerpoint/2018/8/main" xmlns:a="http://schemas.openxmlformats.org/drawingml/2006/main" xmlns:pc="http://schemas.microsoft.com/office/powerpoint/2013/main/command" xmlns:ac="http://schemas.microsoft.com/office/drawing/2013/main/command">
  <p188:cm id="{33333333-3333-4333-8333-000000000003}" authorId="{11111111-1111-4111-8111-111111111111}" created="2026-10-31T08:00:00Z" status="active">
    <ac:txMkLst>
      <pc:docMk/>
      <pc:sldMk sldId="258"/>
      <ac:spMk id="2"/>
      <ac:txMk cp="2" len="4"/>
    </ac:txMkLst>
    <p188:pos x="0" y="0"/>
    <p188:replyLst>
      <p188:reply id="{44444444-4444-4444-8444-000000000003}" authorId="{22222222-2222-4222-8222-222222222222}" created="2026-10-31T08:00:00Z">
        <p188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回复：已记录。</a:t>
            </a:r>
            <a:endParaRPr lang="zh-CN" sz="2400"/>
          </a:p>
        </p188:txBody>
      </p188:reply>
    </p188:replyLst>
    <p188:txBody>
      <a:bodyPr wrap="square" anchor="t" lIns="0" tIns="0" rIns="0" bIns="0">
        <a:noAutofit/>
      </a:bodyPr>
      <a:lstStyle/>
      <a:p>
        <a:pPr/>
        <a:r>
          <a:rPr lang="zh-CN" sz="2400"/>
          <a:t xml:space="preserve">现代批注：text</a:t>
        </a:r>
        <a:endParaRPr lang="zh-CN" sz="2400"/>
      </a:p>
    </p188:txBody>
  </p188:cm>
</p188:cmLst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omments-modern" Type="http://schemas.microsoft.com/office/2018/10/relationships/comments" Target="../comments/modernComment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omments-modern" Type="http://schemas.microsoft.com/office/2018/10/relationships/comments" Target="../comments/modernComment2.xml"/></Relationships>
</file>

<file path=ppt/slides/_rels/slide3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omments-modern" Type="http://schemas.microsoft.com/office/2018/10/relationships/comments" Target="../comments/modernComment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现代批注 slide</a:t>
            </a:r>
            <a:endParaRPr lang="zh-CN" sz="24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comments-modern"/>
    </p:ext>
  </p:extLst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现代批注 object</a:t>
            </a:r>
            <a:endParaRPr lang="zh-CN" sz="24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comments-modern"/>
    </p:ext>
  </p:extLs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3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中文𠀀😀批注锚点</a:t>
            </a:r>
            <a:endParaRPr lang="zh-CN" sz="24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comments-modern"/>
    </p:ext>
  </p:extLst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现代批注与回复</dc:title>
  <dc:language>zh-CN</dc:language>
</cp:coreProperties>
</file>