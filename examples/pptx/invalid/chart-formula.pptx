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embeddings/data1.xlsx" ContentType="application/vnd.openxmlformats-officedocument.spreadsheetml.sheet"/>
  <Override PartName="/ppt/embeddings/data2.xlsx" ContentType="application/vnd.openxmlformats-officedocument.spreadsheetml.sheet"/>
  <Override PartName="/ppt/embeddings/data3.xlsx" ContentType="application/vnd.openxmlformats-officedocument.spreadsheetml.sheet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  <p:sldId id="257" r:id="slide2"/>
    <p:sldId id="258" r:id="slide3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/Relationships>
</file>

<file path=ppt/charts/_rels/chart1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1.xlsx"/></Relationships>
</file>

<file path=ppt/charts/_rels/chart2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2.xlsx"/></Relationships>
</file>

<file path=ppt/charts/_rels/chart3.xml.rels><?xml version="1.0" encoding="UTF-8" standalone="yes"?><Relationships xmlns="http://schemas.openxmlformats.org/package/2006/relationships"><Relationship Id="data" Type="http://schemas.openxmlformats.org/officeDocument/2006/relationships/package" Target="../embeddings/data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column</a:t>
            </a:r>
            <a:endParaRPr lang="zh-CN" sz="2400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100"/>
        <c:axId val="200"/>
      </c:barChart>
      <c:catAx>
        <c:axId val="100"/>
        <c:scaling>
          <c:orientation val="minMax"/>
        </c:scaling>
        <c:delete val="0"/>
        <c:axPos val="b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numFmt formatCode="0" sourceLinked="0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line</a:t>
            </a:r>
            <a:endParaRPr lang="zh-CN" sz="2400"/>
          </a:p>
        </c:rich>
      </c:tx>
      <c:overlay val="0"/>
    </c:title>
    <c:plotArea>
      <c:layout/>
      <c:lineChart>
        <c:grouping val="standard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ln w="25400">
              <a:solidFill>
                <a:srgbClr val="4472C4"/>
              </a:solidFill>
              <a:prstDash val="solid"/>
              <a:headEnd type="none"/>
              <a:tailEnd type="none"/>
            </a:ln>
          </c:spPr>
          <c:marker>
            <c:symbol val="none"/>
          </c:marke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numFmt formatCode="0" sourceLinked="0"/>
        <c:crossAx val="100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CN"/>
  <c:chart>
    <c:title>
      <c:tx>
        <c:rich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pie</a:t>
            </a:r>
            <a:endParaRPr lang="zh-CN" sz="2400"/>
          </a:p>
        </c:rich>
      </c:tx>
      <c:overlay val="0"/>
    </c:title>
    <c:plotArea>
      <c:layout/>
      <c:pieChart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交付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Data!$A$2:$A$4</c:f>
              <c:strCache>
                <c:ptCount val="3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</c:strCache>
            </c:strRef>
          </c:cat>
          <c:val>
            <c:numRef>
              <c:f>Data!$B$2:$B$4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</c:pieChart>
    </c:plotArea>
    <c:legend>
      <c:legendPos val="b"/>
      <c:overlay val="0"/>
    </c:legend>
    <c:plotVisOnly val="1"/>
    <c:dispBlanksAs val="gap"/>
  </c:chart>
  <c:externalData r:id="data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1" Type="http://schemas.openxmlformats.org/officeDocument/2006/relationships/chart" Target="../charts/chart1.xml"/></Relationships>
</file>

<file path=ppt/slides/_rels/slide2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2" Type="http://schemas.openxmlformats.org/officeDocument/2006/relationships/chart" Target="../charts/chart2.xml"/></Relationships>
</file>

<file path=ppt/slides/_rels/slide3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chart3" Type="http://schemas.openxmlformats.org/officeDocument/2006/relationships/chart" Target="../charts/chart3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column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1"/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2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line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2"/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3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/>
              <a:t xml:space="preserve">图表 pie</a:t>
            </a:r>
            <a:endParaRPr lang="zh-CN" sz="2400"/>
          </a:p>
        </p:txBody>
      </p:sp>
      <p:graphicFrame>
        <p:nvGraphicFramePr>
          <p:cNvPr id="3" name="Frame 3"/>
          <p:cNvGraphicFramePr/>
          <p:nvPr/>
        </p:nvGraphicFramePr>
        <p:xfrm>
          <a:off x="609600" y="1524000"/>
          <a:ext cx="9652000" cy="4318000"/>
        </p:xfrm>
        <a:graphic>
          <a:graphicData uri="http://schemas.openxmlformats.org/drawingml/2006/chart">
            <c:chart xmlns:c="http://schemas.openxmlformats.org/drawingml/2006/chart" r:id="chart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三类基础图表</dc:title>
  <dc:language>zh-CN</dc:language>
</cp:coreProperties>
</file>