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embeddings/data1.xlsx" ContentType="application/vnd.openxmlformats-officedocument.spreadsheetml.sheet"/>
  <Override PartName="/ppt/embeddings/data2.xlsx" ContentType="application/vnd.openxmlformats-officedocument.spreadsheetml.sheet"/>
  <Override PartName="/ppt/embeddings/data3.xlsx" ContentType="application/vnd.openxmlformats-officedocument.spreadsheetml.sheet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main" Type="http://schemas.openxmlformats.org/officeDocument/2006/relationships/officeDocument" Target="ppt/presentation.xml"/><Relationship Id="core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master1"/>
  </p:sldMasterIdLst>
  <p:sldIdLst>
    <p:sldId id="256" r:id="slide1"/>
    <p:sldId id="257" r:id="slide2"/>
    <p:sldId id="258" r:id="slide3"/>
  </p:sldIdLst>
  <p:sldSz cx="12192000" cy="68580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master1" Type="http://schemas.openxmlformats.org/officeDocument/2006/relationships/slideMaster" Target="slideMasters/slideMaster1.xml"/><Relationship Id="slide1" Type="http://schemas.openxmlformats.org/officeDocument/2006/relationships/slide" Target="slides/slide1.xml"/><Relationship Id="slide2" Type="http://schemas.openxmlformats.org/officeDocument/2006/relationships/slide" Target="slides/slide2.xml"/><Relationship Id="slide3" Type="http://schemas.openxmlformats.org/officeDocument/2006/relationships/slide" Target="slides/slide3.xml"/></Relationships>
</file>

<file path=ppt/charts/_rels/chart1.xml.rels><?xml version="1.0" encoding="UTF-8" standalone="yes"?><Relationships xmlns="http://schemas.openxmlformats.org/package/2006/relationships"><Relationship Id="data" Type="http://schemas.openxmlformats.org/officeDocument/2006/relationships/package" Target="https://example.com/unauthorized.xlsx" TargetMode="External"/></Relationships>
</file>

<file path=ppt/charts/_rels/chart2.xml.rels><?xml version="1.0" encoding="UTF-8" standalone="yes"?><Relationships xmlns="http://schemas.openxmlformats.org/package/2006/relationships"><Relationship Id="data" Type="http://schemas.openxmlformats.org/officeDocument/2006/relationships/package" Target="../embeddings/data2.xlsx"/></Relationships>
</file>

<file path=ppt/charts/_rels/chart3.xml.rels><?xml version="1.0" encoding="UTF-8" standalone="yes"?><Relationships xmlns="http://schemas.openxmlformats.org/package/2006/relationships"><Relationship Id="data" Type="http://schemas.openxmlformats.org/officeDocument/2006/relationships/package" Target="../embeddings/data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zh-CN"/>
  <c:chart>
    <c:title>
      <c:tx>
        <c:rich>
          <a:bodyPr wrap="square" anchor="t" lIns="0" tIns="0" rIns="0" bIns="0">
            <a:noAutofit/>
          </a:bodyPr>
          <a:lstStyle/>
          <a:p>
            <a:pPr/>
            <a:r>
              <a:rPr lang="zh-CN" sz="2400"/>
              <a:t xml:space="preserve">图表 column</a:t>
            </a:r>
            <a:endParaRPr lang="zh-CN" sz="2400"/>
          </a:p>
        </c:rich>
      </c:tx>
      <c:overlay val="0"/>
    </c:title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Data!$B$1</c:f>
              <c:strCache>
                <c:ptCount val="1"/>
                <c:pt idx="0">
                  <c:v>交付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Data!$A$2:$A$4</c:f>
              <c:strCache>
                <c:ptCount val="3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</c:strCache>
            </c:strRef>
          </c:cat>
          <c:val>
            <c:numRef>
              <c:f>Data!$B$2:$B$4</c:f>
              <c:numCache>
                <c:formatCode>General</c:formatCode>
                <c:ptCount val="3"/>
                <c:pt idx="0">
                  <c:v>2</c:v>
                </c:pt>
                <c:pt idx="1">
                  <c:v>5</c:v>
                </c:pt>
                <c:pt idx="2">
                  <c:v>8</c:v>
                </c:pt>
              </c:numCache>
            </c:numRef>
          </c:val>
        </c:ser>
        <c:axId val="100"/>
        <c:axId val="200"/>
      </c:barChart>
      <c:catAx>
        <c:axId val="100"/>
        <c:scaling>
          <c:orientation val="minMax"/>
        </c:scaling>
        <c:delete val="0"/>
        <c:axPos val="b"/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numFmt formatCode="0" sourceLinked="0"/>
        <c:crossAx val="100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externalData r:id="data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zh-CN"/>
  <c:chart>
    <c:title>
      <c:tx>
        <c:rich>
          <a:bodyPr wrap="square" anchor="t" lIns="0" tIns="0" rIns="0" bIns="0">
            <a:noAutofit/>
          </a:bodyPr>
          <a:lstStyle/>
          <a:p>
            <a:pPr/>
            <a:r>
              <a:rPr lang="zh-CN" sz="2400"/>
              <a:t xml:space="preserve">图表 line</a:t>
            </a:r>
            <a:endParaRPr lang="zh-CN" sz="2400"/>
          </a:p>
        </c:rich>
      </c:tx>
      <c:overlay val="0"/>
    </c:title>
    <c:plotArea>
      <c:layout/>
      <c:lineChart>
        <c:grouping val="standard"/>
        <c:varyColors val="0"/>
        <c:ser>
          <c:idx val="0"/>
          <c:order val="0"/>
          <c:tx>
            <c:strRef>
              <c:f>Data!$B$1</c:f>
              <c:strCache>
                <c:ptCount val="1"/>
                <c:pt idx="0">
                  <c:v>交付</c:v>
                </c:pt>
              </c:strCache>
            </c:strRef>
          </c:tx>
          <c:spPr>
            <a:ln w="25400">
              <a:solidFill>
                <a:srgbClr val="4472C4"/>
              </a:solidFill>
              <a:prstDash val="solid"/>
              <a:headEnd type="none"/>
              <a:tailEnd type="none"/>
            </a:ln>
          </c:spPr>
          <c:marker>
            <c:symbol val="none"/>
          </c:marker>
          <c:cat>
            <c:strRef>
              <c:f>Data!$A$2:$A$4</c:f>
              <c:strCache>
                <c:ptCount val="3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</c:strCache>
            </c:strRef>
          </c:cat>
          <c:val>
            <c:numRef>
              <c:f>Data!$B$2:$B$4</c:f>
              <c:numCache>
                <c:formatCode>General</c:formatCode>
                <c:ptCount val="3"/>
                <c:pt idx="0">
                  <c:v>2</c:v>
                </c:pt>
                <c:pt idx="1">
                  <c:v>5</c:v>
                </c:pt>
                <c:pt idx="2">
                  <c:v>8</c:v>
                </c:pt>
              </c:numCache>
            </c:numRef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numFmt formatCode="0" sourceLinked="0"/>
        <c:crossAx val="100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externalData r:id="data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zh-CN"/>
  <c:chart>
    <c:title>
      <c:tx>
        <c:rich>
          <a:bodyPr wrap="square" anchor="t" lIns="0" tIns="0" rIns="0" bIns="0">
            <a:noAutofit/>
          </a:bodyPr>
          <a:lstStyle/>
          <a:p>
            <a:pPr/>
            <a:r>
              <a:rPr lang="zh-CN" sz="2400"/>
              <a:t xml:space="preserve">图表 pie</a:t>
            </a:r>
            <a:endParaRPr lang="zh-CN" sz="2400"/>
          </a:p>
        </c:rich>
      </c:tx>
      <c:overlay val="0"/>
    </c:title>
    <c:plotArea>
      <c:layout/>
      <c:pieChart>
        <c:varyColors val="0"/>
        <c:ser>
          <c:idx val="0"/>
          <c:order val="0"/>
          <c:tx>
            <c:strRef>
              <c:f>Data!$B$1</c:f>
              <c:strCache>
                <c:ptCount val="1"/>
                <c:pt idx="0">
                  <c:v>交付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Data!$A$2:$A$4</c:f>
              <c:strCache>
                <c:ptCount val="3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</c:strCache>
            </c:strRef>
          </c:cat>
          <c:val>
            <c:numRef>
              <c:f>Data!$B$2:$B$4</c:f>
              <c:numCache>
                <c:formatCode>General</c:formatCode>
                <c:ptCount val="3"/>
                <c:pt idx="0">
                  <c:v>2</c:v>
                </c:pt>
                <c:pt idx="1">
                  <c:v>5</c:v>
                </c:pt>
                <c:pt idx="2">
                  <c:v>8</c:v>
                </c:pt>
              </c:numCache>
            </c:numRef>
          </c:val>
        </c:ser>
      </c:pieChart>
    </c:plotArea>
    <c:legend>
      <c:legendPos val="b"/>
      <c:overlay val="0"/>
    </c:legend>
    <c:plotVisOnly val="1"/>
    <c:dispBlanksAs val="gap"/>
  </c:chart>
  <c:externalData r:id="data">
    <c:autoUpdate val="0"/>
  </c:externalData>
</c:chartSpace>
</file>

<file path=ppt/slideLayouts/_rels/slideLayout1.xml.rels><?xml version="1.0" encoding="UTF-8" standalone="yes"?><Relationships xmlns="http://schemas.openxmlformats.org/package/2006/relationships"><Relationship Id="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Layout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theme" Type="http://schemas.openxmlformats.org/officeDocument/2006/relationships/theme" Target="../theme/theme1.xml"/><Relationship Id="layout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Master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layout"/>
  </p:sldLayoutIdLst>
  <p:txStyles>
    <p:titleStyle>
      <a:lvl1pPr>
        <a:defRPr sz="2400">
          <a:latin typeface="+mn-lt"/>
          <a:ea typeface="+mn-ea"/>
          <a:cs typeface="+mn-cs"/>
        </a:defRPr>
      </a:lvl1pPr>
    </p:titleStyle>
    <p:bodyStyle>
      <a:lvl1pPr>
        <a:defRPr sz="2400">
          <a:latin typeface="+mn-lt"/>
          <a:ea typeface="+mn-ea"/>
          <a:cs typeface="+mn-cs"/>
        </a:defRPr>
      </a:lvl1pPr>
    </p:bodyStyle>
    <p:otherStyle>
      <a:lvl1pPr>
        <a:defRPr sz="2400"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Relationship Id="chart1" Type="http://schemas.openxmlformats.org/officeDocument/2006/relationships/chart" Target="../charts/chart1.xml"/></Relationships>
</file>

<file path=ppt/slides/_rels/slide2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Relationship Id="chart2" Type="http://schemas.openxmlformats.org/officeDocument/2006/relationships/chart" Target="../charts/chart2.xml"/></Relationships>
</file>

<file path=ppt/slides/_rels/slide3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Relationship Id="chart3" Type="http://schemas.openxmlformats.org/officeDocument/2006/relationships/chart" Target="../charts/chart3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09600" y="609600"/>
            <a:ext cx="7620000" cy="10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/>
            <a:r>
              <a:rPr lang="zh-CN" sz="2400"/>
              <a:t xml:space="preserve">图表 column</a:t>
            </a:r>
            <a:endParaRPr lang="zh-CN" sz="2400"/>
          </a:p>
        </p:txBody>
      </p:sp>
      <p:graphicFrame>
        <p:nvGraphicFramePr>
          <p:cNvPr id="3" name="Frame 3"/>
          <p:cNvGraphicFramePr/>
          <p:nvPr/>
        </p:nvGraphicFramePr>
        <p:xfrm>
          <a:off x="609600" y="1524000"/>
          <a:ext cx="9652000" cy="4318000"/>
        </p:xfrm>
        <a:graphic>
          <a:graphicData uri="http://schemas.openxmlformats.org/drawingml/2006/chart">
            <c:chart xmlns:c="http://schemas.openxmlformats.org/drawingml/2006/chart" r:id="chart1"/>
          </a:graphicData>
        </a:graphic>
      </p:graphicFrame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2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09600" y="609600"/>
            <a:ext cx="7620000" cy="10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/>
            <a:r>
              <a:rPr lang="zh-CN" sz="2400"/>
              <a:t xml:space="preserve">图表 line</a:t>
            </a:r>
            <a:endParaRPr lang="zh-CN" sz="2400"/>
          </a:p>
        </p:txBody>
      </p:sp>
      <p:graphicFrame>
        <p:nvGraphicFramePr>
          <p:cNvPr id="3" name="Frame 3"/>
          <p:cNvGraphicFramePr/>
          <p:nvPr/>
        </p:nvGraphicFramePr>
        <p:xfrm>
          <a:off x="609600" y="1524000"/>
          <a:ext cx="9652000" cy="4318000"/>
        </p:xfrm>
        <a:graphic>
          <a:graphicData uri="http://schemas.openxmlformats.org/drawingml/2006/chart">
            <c:chart xmlns:c="http://schemas.openxmlformats.org/drawingml/2006/chart" r:id="chart2"/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3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09600" y="609600"/>
            <a:ext cx="7620000" cy="10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/>
            <a:r>
              <a:rPr lang="zh-CN" sz="2400"/>
              <a:t xml:space="preserve">图表 pie</a:t>
            </a:r>
            <a:endParaRPr lang="zh-CN" sz="2400"/>
          </a:p>
        </p:txBody>
      </p:sp>
      <p:graphicFrame>
        <p:nvGraphicFramePr>
          <p:cNvPr id="3" name="Frame 3"/>
          <p:cNvGraphicFramePr/>
          <p:nvPr/>
        </p:nvGraphicFramePr>
        <p:xfrm>
          <a:off x="609600" y="1524000"/>
          <a:ext cx="9652000" cy="4318000"/>
        </p:xfrm>
        <a:graphic>
          <a:graphicData uri="http://schemas.openxmlformats.org/drawingml/2006/chart">
            <c:chart xmlns:c="http://schemas.openxmlformats.org/drawingml/2006/chart" r:id="chart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Pinned fixture">
  <a:themeElements>
    <a:clrScheme name="Fixtur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nned">
      <a:majorFont>
        <a:latin typeface="Liberation Sans"/>
        <a:ea typeface="Noto Sans CJK SC"/>
        <a:cs typeface="Liberation Sans"/>
        <a:font script="Hans" typeface="Noto Sans CJK SC"/>
        <a:font script="Hant" typeface="Noto Sans CJK TC"/>
      </a:majorFont>
      <a:minorFont>
        <a:latin typeface="Liberation Sans"/>
        <a:ea typeface="Noto Sans CJK SC"/>
        <a:cs typeface="Liberation Sans"/>
        <a:font script="Hans" typeface="Noto Sans CJK SC"/>
        <a:font script="Hant" typeface="Noto Sans CJK TC"/>
      </a:minorFont>
    </a:fontScheme>
    <a:fmtScheme name="Fixtur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>
  <dc:title>三类基础图表</dc:title>
  <dc:language>zh-CN</dc:language>
</cp:coreProperties>
</file>