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link" Type="http://schemas.openxmlformats.org/officeDocument/2006/relationships/hyperlink" Target="https://example.com/pptx" TargetMode="External"/></Relationships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中文与富文本</dc:title>
  <dc:language>zh-CN</dc:language>
</cp:coreProperties>
</file>