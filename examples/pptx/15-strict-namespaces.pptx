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purl.oclc.org/ooxml/officeDocument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purl.oclc.org/ooxml/presentationml/main" xmlns:a="http://purl.oclc.org/ooxml/drawingml/main" xmlns:r="http://purl.oclc.org/ooxml/officeDocument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purl.oclc.org/ooxml/officeDocument/relationships/slideMaster" Target="slideMasters/slideMaster1.xml"/><Relationship Id="slide1" Type="http://purl.oclc.org/ooxml/officeDocument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purl.oclc.org/ooxml/officeDocument/relationships/slideMaster" Target="../slideMasters/slideMaster1.xml"/></Relationships>
</file>

<file path=ppt/slideLayouts/slideLayout1.xml><?xml version="1.0" encoding="utf-8"?>
<p:sldLayout xmlns:p="http://purl.oclc.org/ooxml/presentationml/main" xmlns:a="http://purl.oclc.org/ooxml/drawingml/main" xmlns:r="http://purl.oclc.org/ooxml/officeDocument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purl.oclc.org/ooxml/officeDocument/relationships/theme" Target="../theme/theme1.xml"/><Relationship Id="layout" Type="http://purl.oclc.org/ooxml/officeDocument/relationships/slideLayout" Target="../slideLayouts/slideLayout1.xml"/></Relationships>
</file>

<file path=ppt/slideMasters/slideMaster1.xml><?xml version="1.0" encoding="utf-8"?>
<p:sldMaster xmlns:p="http://purl.oclc.org/ooxml/presentationml/main" xmlns:a="http://purl.oclc.org/ooxml/drawingml/main" xmlns:r="http://purl.oclc.org/ooxml/officeDocument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purl.oclc.org/ooxml/officeDocument/relationships/slideLayout" Target="../slideLayouts/slideLayout1.xml"/></Relationships>
</file>

<file path=ppt/slides/slide1.xml><?xml version="1.0" encoding="utf-8"?>
<p:sld xmlns:p="http://purl.oclc.org/ooxml/presentationml/main" xmlns:a="http://purl.oclc.org/ooxml/drawingml/main" xmlns:r="http://purl.oclc.org/ooxml/officeDocument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命名空间不依赖前缀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命名空间与关系</dc:title>
  <dc:language>zh-CN</dc:language>
</cp:coreProperties>
</file>