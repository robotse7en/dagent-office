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modernComment2.xml" ContentType="application/vnd.ms-powerpoint.comments+xml"/>
  <Override PartName="/ppt/embeddings/data1.xlsx" ContentType="application/vnd.openxmlformats-officedocument.spreadsheetml.shee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notesMasterIdLst>
    <p:notesMasterId r:id="notes-master"/>
  </p:notesMasterIdLst>
  <p:sldIdLst>
    <p:sldId id="256" r:id="slide1"/>
    <p:sldId id="257" r:id="slide2"/>
    <p:sldId id="258" r:id="slide3"/>
  </p:sldIdLst>
  <p:sldSz cx="12192000" cy="6858000" type="custom"/>
  <p:notesSz cx="6858000" cy="9144000"/>
</p:presentation>
</file>

<file path=ppt/authors.xml><?xml version="1.0" encoding="utf-8"?>
<p188:authorLst xmlns:p188="http://schemas.microsoft.com/office/powerpoint/2018/8/main">
  <p188:author id="{11111111-1111-4111-8111-111111111111}" name="公开审阅者" initials="SY" userId="synthetic-reviewer" providerId="synthetic"/>
  <p188:author id="{22222222-2222-4222-8222-222222222222}" name="公开作者" initials="ZZ" userId="synthetic-author" providerId="synthetic"/>
</p188:authorLst>
</file>

<file path=ppt/commentAuthors.xml><?xml version="1.0" encoding="utf-8"?>
<p:cmAuthorLst xmlns:p="http://schemas.openxmlformats.org/presentationml/2006/main">
  <p:cmAuthor id="0" name="公开合成作者" initials="SY" lastIdx="1" clrIdx="0"/>
</p:cmAuthorLst>
</file>

<file path=ppt/_rels/presentation.xml.rels><?xml version="1.0" encoding="UTF-8" standalone="yes"?><Relationships xmlns="http://schemas.openxmlformats.org/package/2006/relationships"><Relationship Id="authors-classic" Type="http://schemas.openxmlformats.org/officeDocument/2006/relationships/commentAuthors" Target="commentAuthors.xml"/><Relationship Id="authors-modern" Type="http://schemas.microsoft.com/office/2018/10/relationships/authors" Target="authors.xml"/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Relationship Id="notes-master" Type="http://schemas.openxmlformats.org/officeDocument/2006/relationships/notesMaster" Target="notesMasters/notesMaster1.xml"/></Relationships>
</file>

<file path=ppt/charts/_rels/chart1.xml.rels><?xml version="1.0" encoding="UTF-8" standalone="yes"?><Relationships xmlns="http://schemas.openxmlformats.org/package/2006/relationships"><Relationship Id="data" Type="http://schemas.openxmlformats.org/officeDocument/2006/relationships/package" Target="../embeddings/data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column</a:t>
            </a:r>
            <a:endParaRPr lang="zh-CN" sz="24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Data!$A$2:$A$4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100"/>
        <c:axId val="200"/>
      </c:barChart>
      <c:catAx>
        <c:axId val="100"/>
        <c:scaling>
          <c:orientation val="minMax"/>
        </c:scaling>
        <c:delete val="0"/>
        <c:axPos val="b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numFmt formatCode="0" sourceLinked="0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comments/comment1.xml><?xml version="1.0" encoding="utf-8"?>
<p:cmLst xmlns:p="http://schemas.openxmlformats.org/presentationml/2006/main">
  <p:cm authorId="0" dt="2026-10-31T08:00:00Z" idx="1">
    <p:pos x="576" y="576"/>
    <p:text>经典批注：补充交付细节。</p:text>
  </p:cm>
</p:cmLst>
</file>

<file path=ppt/comments/modernComment2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33333333-3333-4333-8333-000000000002}" authorId="{11111111-1111-4111-8111-111111111111}" created="2026-10-31T08:00:00Z" status="active">
    <ac:deMkLst>
      <pc:docMk/>
      <pc:sldMk sldId="257"/>
      <ac:spMk id="2"/>
    </ac:deMkLst>
    <p188:pos x="0" y="0"/>
    <p188:replyLst>
      <p188:reply id="{44444444-4444-4444-8444-000000000002}" authorId="{22222222-2222-4222-8222-222222222222}" created="2026-10-31T08:00:00Z">
        <p188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回复：已记录。</a:t>
            </a:r>
            <a:endParaRPr lang="zh-CN" sz="2400"/>
          </a:p>
        </p188:txBody>
      </p188:reply>
    </p188:replyLst>
    <p188:txBody>
      <a:bodyPr wrap="square" anchor="t" lIns="0" tIns="0" rIns="0" bIns="0">
        <a:noAutofit/>
      </a:bodyPr>
      <a:lstStyle/>
      <a:p>
        <a:pPr/>
        <a:r>
          <a:rPr lang="zh-CN" sz="2400"/>
          <a:t xml:space="preserve">现代批注：object</a:t>
        </a:r>
        <a:endParaRPr lang="zh-CN" sz="2400"/>
      </a:p>
    </p188:txBody>
  </p188:cm>
</p188:cmLst>
</file>

<file path=ppt/notesMasters/_rels/notes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>
    <a:lvl1pPr>
      <a:defRPr sz="2400"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<Relationships xmlns="http://schemas.openxmlformats.org/package/2006/relationships"><Relationship Id="slide" Type="http://schemas.openxmlformats.org/officeDocument/2006/relationships/slide" Target="../slides/slide1.xml"/><Relationship Id="master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>
            <p:ph type="body" idx="1"/>
          </p:nvPr>
        </p:nvSpPr>
        <p:spPr>
          <a:xfrm>
            <a:off x="609600" y="4572000"/>
            <a:ext cx="56388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 b="1"/>
              <a:t xml:space="preserve">演讲者备注：</a:t>
            </a:r>
            <a:r>
              <a:rPr lang="zh-CN" sz="2400"/>
              <a:t xml:space="preserve">介绍上线、风险与培训。</a:t>
            </a:r>
            <a:endParaRPr lang="zh-CN"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1.xml"/><Relationship Id="comments-classic" Type="http://schemas.openxmlformats.org/officeDocument/2006/relationships/comments" Target="../comments/commen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hart1" Type="http://schemas.openxmlformats.org/officeDocument/2006/relationships/chart" Target="../charts/chart1.xml"/><Relationship Id="comments-modern" Type="http://schemas.microsoft.com/office/2018/10/relationships/comments" Target="../comments/modernComment2.xml"/></Relationships>
</file>

<file path=ppt/slides/_rels/slide3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项目进展报告</a:t>
            </a:r>
            <a:endParaRPr lang="zh-CN" sz="24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交付数据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144000" cy="4064000"/>
        </p:xfrm>
        <a:graphic>
          <a:graphicData uri="http://schemas.openxmlformats.org/drawingml/2006/chart">
            <c:chart xmlns:c="http://schemas.openxmlformats.org/drawingml/2006/chart" r:id="chart1"/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comments-modern"/>
    </p:ext>
  </p:extLs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 name="Slide 3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隐藏的补充页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多页组合文稿</dc:title>
  <dc:language>zh-CN</dc:language>
</cp:coreProperties>
</file>