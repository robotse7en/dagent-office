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  <p:sldMasterId id="2147483649" r:id="master2"/>
  </p:sldMasterIdLst>
  <p:sldIdLst>
    <p:sldId id="256" r:id="slide1"/>
    <p:sldId id="257" r:id="slide2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master2" Type="http://schemas.openxmlformats.org/officeDocument/2006/relationships/slideMaster" Target="slideMasters/slideMaster2.xml"/><Relationship Id="slide1" Type="http://schemas.openxmlformats.org/officeDocument/2006/relationships/slide" Target="slides/slide1.xml"/><Relationship Id="slide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_rels/slideMaster2.xml.rels><?xml version="1.0" encoding="UTF-8" standalone="yes"?><Relationships xmlns="http://schemas.openxmlformats.org/package/2006/relationships"><Relationship Id="theme" Type="http://schemas.openxmlformats.org/officeDocument/2006/relationships/theme" Target="../theme/theme2.xml"/><Relationship Id="layout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Masters/slideMaster2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5842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第二母版</a:t>
            </a:r>
            <a:endParaRPr lang="zh-CN" sz="2400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0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第一主题页面</a:t>
            </a:r>
            <a:endParaRPr lang="zh-CN" sz="24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solidFill>
                  <a:schemeClr val="accent1"/>
                </a:solidFill>
              </a:rPr>
              <a:t xml:space="preserve">第二主题页面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0AD47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多母版和布局</dc:title>
  <dc:language>zh-CN</dc:language>
</cp:coreProperties>
</file>