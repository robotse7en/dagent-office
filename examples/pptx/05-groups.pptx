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00000" flipH="1">
            <a:off x="609600" y="1524000"/>
            <a:ext cx="7620000" cy="3810000"/>
            <a:chOff x="-635000" y="-317500"/>
            <a:chExt cx="11430000" cy="5715000"/>
          </a:xfrm>
        </p:grpSpPr>
        <p:sp>
          <p:nvSpPr>
            <p:cNvPr id="3" name="Shape 3"/>
            <p:cNvSpPr txBox="1"/>
            <p:nvPr/>
          </p:nvSpPr>
          <p:spPr>
            <a:xfrm>
              <a:off x="0" y="0"/>
              <a:ext cx="2032000" cy="1016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0" tIns="0" rIns="0" bIns="0">
              <a:noAutofit/>
            </a:bodyPr>
            <a:lstStyle/>
            <a:p>
              <a:pPr/>
              <a:r>
                <a:rPr lang="zh-CN" sz="2400"/>
                <a:t xml:space="preserve">局部坐标</a:t>
              </a:r>
              <a:endParaRPr lang="zh-CN" sz="2400"/>
            </a:p>
          </p:txBody>
        </p:sp>
        <p:grpSp>
          <p:nvGrpSpPr>
            <p:cNvPr id="4" name="Group 4"/>
            <p:cNvGrpSpPr/>
            <p:nvPr/>
          </p:nvGrpSpPr>
          <p:grpSpPr>
            <a:xfrm rot="900000">
              <a:off x="2286000" y="635000"/>
              <a:ext cx="3048000" cy="1778000"/>
              <a:chOff x="0" y="0"/>
              <a:chExt cx="3048000" cy="1778000"/>
            </a:xfrm>
          </p:grpSpPr>
          <p:sp>
            <p:nvSpPr>
              <p:cNvPr id="5" name="Shape 5"/>
              <p:cNvSpPr txBox="1"/>
              <p:nvPr/>
            </p:nvSpPr>
            <p:spPr>
              <a:xfrm>
                <a:off x="-254000" y="0"/>
                <a:ext cx="20320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t" lIns="0" tIns="0" rIns="0" bIns="0">
                <a:noAutofit/>
              </a:bodyPr>
              <a:lstStyle/>
              <a:p>
                <a:pPr/>
                <a:r>
                  <a:rPr lang="zh-CN" sz="2400"/>
                  <a:t xml:space="preserve">组内文字</a:t>
                </a:r>
                <a:endParaRPr lang="zh-CN" sz="240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嵌套组合</dc:title>
  <dc:language>zh-CN</dc:language>
</cp:coreProperties>
</file>