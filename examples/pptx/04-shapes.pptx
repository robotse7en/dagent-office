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381000"/>
            <a:ext cx="2476500" cy="1206500"/>
          </a:xfrm>
          <a:prstGeom prst="rect">
            <a:avLst/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prstDash val="solid"/>
            <a:headEnd type="none"/>
            <a:tailEnd type="none"/>
          </a:ln>
          <a:effectLst>
            <a:outerShdw blurRad="38100" dist="25400" dir="2700000" rotWithShape="1">
              <a:srgbClr val="000000">
                <a:alpha val="40000"/>
              </a:srgbClr>
            </a:outerShdw>
          </a:effectLst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rect</a:t>
            </a:r>
            <a:endParaRPr lang="zh-CN" sz="2400"/>
          </a:p>
        </p:txBody>
      </p:sp>
      <p:sp>
        <p:nvSpPr>
          <p:cNvPr id="3" name="Shape 3"/>
          <p:cNvSpPr/>
          <p:nvPr/>
        </p:nvSpPr>
        <p:spPr>
          <a:xfrm>
            <a:off x="3365500" y="381000"/>
            <a:ext cx="2476500" cy="1206500"/>
          </a:xfrm>
          <a:prstGeom prst="roundRect">
            <a:avLst/>
          </a:prstGeom>
          <a:gradFill rotWithShape="1">
            <a:gsLst>
              <a:gs pos="0">
                <a:srgbClr val="4472C4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rgbClr val="44546A"/>
            </a:solidFill>
            <a:prstDash val="dash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roundRect</a:t>
            </a:r>
            <a:endParaRPr lang="zh-CN" sz="2400"/>
          </a:p>
        </p:txBody>
      </p:sp>
      <p:sp>
        <p:nvSpPr>
          <p:cNvPr id="4" name="Shape 4"/>
          <p:cNvSpPr/>
          <p:nvPr/>
        </p:nvSpPr>
        <p:spPr>
          <a:xfrm>
            <a:off x="6223000" y="381000"/>
            <a:ext cx="2476500" cy="1206500"/>
          </a:xfrm>
          <a:prstGeom prst="ellipse">
            <a:avLst/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prstDash val="solid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ellipse</a:t>
            </a:r>
            <a:endParaRPr lang="zh-CN" sz="2400"/>
          </a:p>
        </p:txBody>
      </p:sp>
      <p:sp>
        <p:nvSpPr>
          <p:cNvPr id="5" name="Shape 5"/>
          <p:cNvSpPr/>
          <p:nvPr/>
        </p:nvSpPr>
        <p:spPr>
          <a:xfrm>
            <a:off x="9080500" y="381000"/>
            <a:ext cx="2476500" cy="1206500"/>
          </a:xfrm>
          <a:prstGeom prst="triangle">
            <a:avLst/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triangle</a:t>
            </a:r>
            <a:endParaRPr lang="zh-CN" sz="2400"/>
          </a:p>
        </p:txBody>
      </p:sp>
      <p:sp>
        <p:nvSpPr>
          <p:cNvPr id="6" name="Shape 6"/>
          <p:cNvSpPr/>
          <p:nvPr/>
        </p:nvSpPr>
        <p:spPr>
          <a:xfrm>
            <a:off x="508000" y="1968500"/>
            <a:ext cx="2476500" cy="1206500"/>
          </a:xfrm>
          <a:prstGeom prst="diamond">
            <a:avLst/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prstDash val="solid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diamond</a:t>
            </a:r>
            <a:endParaRPr lang="zh-CN" sz="2400"/>
          </a:p>
        </p:txBody>
      </p:sp>
      <p:sp>
        <p:nvSpPr>
          <p:cNvPr id="7" name="Shape 7"/>
          <p:cNvSpPr/>
          <p:nvPr/>
        </p:nvSpPr>
        <p:spPr>
          <a:xfrm>
            <a:off x="3365500" y="1968500"/>
            <a:ext cx="2476500" cy="1206500"/>
          </a:xfrm>
          <a:prstGeom prst="parallelogram">
            <a:avLst/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parallelogram</a:t>
            </a:r>
            <a:endParaRPr lang="zh-CN" sz="2400"/>
          </a:p>
        </p:txBody>
      </p:sp>
      <p:sp>
        <p:nvSpPr>
          <p:cNvPr id="8" name="Shape 8"/>
          <p:cNvSpPr/>
          <p:nvPr/>
        </p:nvSpPr>
        <p:spPr>
          <a:xfrm>
            <a:off x="6223000" y="1968500"/>
            <a:ext cx="2476500" cy="1206500"/>
          </a:xfrm>
          <a:prstGeom prst="trapezoid">
            <a:avLst/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prstDash val="solid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trapezoid</a:t>
            </a:r>
            <a:endParaRPr lang="zh-CN" sz="2400"/>
          </a:p>
        </p:txBody>
      </p:sp>
      <p:sp>
        <p:nvSpPr>
          <p:cNvPr id="9" name="Shape 9"/>
          <p:cNvSpPr/>
          <p:nvPr/>
        </p:nvSpPr>
        <p:spPr>
          <a:xfrm>
            <a:off x="9080500" y="1968500"/>
            <a:ext cx="2476500" cy="1206500"/>
          </a:xfrm>
          <a:prstGeom prst="pentagon">
            <a:avLst/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pentagon</a:t>
            </a:r>
            <a:endParaRPr lang="zh-CN" sz="2400"/>
          </a:p>
        </p:txBody>
      </p:sp>
      <p:sp>
        <p:nvSpPr>
          <p:cNvPr id="10" name="Shape 10"/>
          <p:cNvSpPr/>
          <p:nvPr/>
        </p:nvSpPr>
        <p:spPr>
          <a:xfrm>
            <a:off x="508000" y="3556000"/>
            <a:ext cx="2476500" cy="1206500"/>
          </a:xfrm>
          <a:prstGeom prst="hexagon">
            <a:avLst/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prstDash val="solid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hexagon</a:t>
            </a:r>
            <a:endParaRPr lang="zh-CN" sz="2400"/>
          </a:p>
        </p:txBody>
      </p:sp>
      <p:sp>
        <p:nvSpPr>
          <p:cNvPr id="11" name="Shape 11"/>
          <p:cNvSpPr/>
          <p:nvPr/>
        </p:nvSpPr>
        <p:spPr>
          <a:xfrm>
            <a:off x="3365500" y="3556000"/>
            <a:ext cx="2476500" cy="1206500"/>
          </a:xfrm>
          <a:prstGeom prst="rightArrow">
            <a:avLst/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rightArrow</a:t>
            </a:r>
            <a:endParaRPr lang="zh-CN" sz="2400"/>
          </a:p>
        </p:txBody>
      </p:sp>
      <p:sp>
        <p:nvSpPr>
          <p:cNvPr id="12" name="Shape 12"/>
          <p:cNvSpPr/>
          <p:nvPr/>
        </p:nvSpPr>
        <p:spPr>
          <a:xfrm>
            <a:off x="6223000" y="3556000"/>
            <a:ext cx="2476500" cy="1206500"/>
          </a:xfrm>
          <a:prstGeom prst="leftArrow">
            <a:avLst/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prstDash val="solid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leftArrow</a:t>
            </a:r>
            <a:endParaRPr lang="zh-CN" sz="2400"/>
          </a:p>
        </p:txBody>
      </p:sp>
      <p:sp>
        <p:nvSpPr>
          <p:cNvPr id="13" name="Shape 13"/>
          <p:cNvSpPr/>
          <p:nvPr/>
        </p:nvSpPr>
        <p:spPr>
          <a:xfrm>
            <a:off x="9080500" y="3556000"/>
            <a:ext cx="2476500" cy="1206500"/>
          </a:xfrm>
          <a:prstGeom prst="upArrow">
            <a:avLst/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upArrow</a:t>
            </a:r>
            <a:endParaRPr lang="zh-CN" sz="2400"/>
          </a:p>
        </p:txBody>
      </p:sp>
      <p:sp>
        <p:nvSpPr>
          <p:cNvPr id="14" name="Shape 14"/>
          <p:cNvSpPr/>
          <p:nvPr/>
        </p:nvSpPr>
        <p:spPr>
          <a:xfrm>
            <a:off x="508000" y="5143500"/>
            <a:ext cx="2476500" cy="1206500"/>
          </a:xfrm>
          <a:prstGeom prst="downArrow">
            <a:avLst/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prstDash val="solid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downArrow</a:t>
            </a:r>
            <a:endParaRPr lang="zh-CN" sz="2400"/>
          </a:p>
        </p:txBody>
      </p:sp>
      <p:sp>
        <p:nvSpPr>
          <p:cNvPr id="15" name="Shape 15"/>
          <p:cNvSpPr/>
          <p:nvPr/>
        </p:nvSpPr>
        <p:spPr>
          <a:xfrm>
            <a:off x="3365500" y="5143500"/>
            <a:ext cx="2476500" cy="1206500"/>
          </a:xfrm>
          <a:prstGeom prst="leftRightArrow">
            <a:avLst/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leftRightArrow</a:t>
            </a:r>
            <a:endParaRPr lang="zh-CN" sz="2400"/>
          </a:p>
        </p:txBody>
      </p:sp>
      <p:sp>
        <p:nvSpPr>
          <p:cNvPr id="16" name="Shape 16"/>
          <p:cNvSpPr/>
          <p:nvPr/>
        </p:nvSpPr>
        <p:spPr>
          <a:xfrm>
            <a:off x="6223000" y="5143500"/>
            <a:ext cx="2476500" cy="1206500"/>
          </a:xfrm>
          <a:prstGeom prst="chevron">
            <a:avLst/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prstDash val="solid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chevron</a:t>
            </a:r>
            <a:endParaRPr lang="zh-CN" sz="2400"/>
          </a:p>
        </p:txBody>
      </p:sp>
      <p:sp>
        <p:nvSpPr>
          <p:cNvPr id="17" name="Shape 17"/>
          <p:cNvSpPr/>
          <p:nvPr/>
        </p:nvSpPr>
        <p:spPr>
          <a:xfrm>
            <a:off x="9080500" y="5143500"/>
            <a:ext cx="2476500" cy="1206500"/>
          </a:xfrm>
          <a:prstGeom prst="line">
            <a:avLst/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headEnd type="none"/>
            <a:tailEnd type="none"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line</a:t>
            </a:r>
            <a:endParaRPr lang="zh-CN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基本形状与外观</dc:title>
  <dc:language>zh-CN</dc:language>
</cp:coreProperties>
</file>