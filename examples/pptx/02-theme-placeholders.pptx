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  <p:sldMasterId id="2147483649" r:id="master2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master2" Type="http://schemas.openxmlformats.org/officeDocument/2006/relationships/slideMaster" Target="slideMasters/slideMaster2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Layout 2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>
            <p:ph type="title" idx="0"/>
          </p:nvPr>
        </p:nvSpPr>
        <p:spPr>
          <a:xfrm>
            <a:off x="762000" y="508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布局标题占位符</a:t>
            </a:r>
            <a:endParaRPr lang="zh-CN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_rels/slideMaster2.xml.rels><?xml version="1.0" encoding="UTF-8" standalone="yes"?><Relationships xmlns="http://schemas.openxmlformats.org/package/2006/relationships"><Relationship Id="theme" Type="http://schemas.openxmlformats.org/officeDocument/2006/relationships/theme" Target="../theme/theme2.xml"/><Relationship Id="layout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Masters/slideMaster2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2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>
            <p:ph type="title" idx="0"/>
          </p:nvPr>
        </p:nvSpPr>
        <p:spPr>
          <a:xfrm>
            <a:off x="609600" y="3810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母版标题占位符</a:t>
            </a:r>
            <a:endParaRPr lang="zh-CN" sz="2400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50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>
            <p:ph type="title" idx="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solidFill>
                  <a:schemeClr val="accent1"/>
                </a:solidFill>
                <a:latin typeface="+mj-lt"/>
                <a:ea typeface="+mj-ea"/>
              </a:rPr>
              <a:t xml:space="preserve">继承主题标题</a:t>
            </a:r>
            <a:endParaRPr 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0504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主题与占位符</dc:title>
  <dc:language>zh-CN</dc:language>
</cp:coreProperties>
</file>