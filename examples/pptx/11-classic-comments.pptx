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commentAuthors.xml><?xml version="1.0" encoding="utf-8"?>
<p:cmAuthorLst xmlns:p="http://schemas.openxmlformats.org/presentationml/2006/main">
  <p:cmAuthor id="0" name="公开合成作者" initials="SY" lastIdx="1" clrIdx="0"/>
</p:cmAuthorLst>
</file>

<file path=ppt/_rels/presentation.xml.rels><?xml version="1.0" encoding="UTF-8" standalone="yes"?><Relationships xmlns="http://schemas.openxmlformats.org/package/2006/relationships"><Relationship Id="authors-classic" Type="http://schemas.openxmlformats.org/officeDocument/2006/relationships/commentAuthors" Target="commentAuthors.xml"/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comments/comment1.xml><?xml version="1.0" encoding="utf-8"?>
<p:cmLst xmlns:p="http://schemas.openxmlformats.org/presentationml/2006/main">
  <p:cm authorId="0" dt="2026-10-31T08:00:00Z" idx="1">
    <p:pos x="576" y="576"/>
    <p:text>经典批注：补充交付细节。</p:text>
  </p:cm>
</p:cmLst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omments-classic" Type="http://schemas.openxmlformats.org/officeDocument/2006/relationships/comments" Target="../comments/commen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经典批注来源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经典批注</dc:title>
  <dc:language>zh-CN</dc:language>
</cp:coreProperties>
</file>